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097FD2-2873-4913-92B9-9B73E428734D}" type="datetimeFigureOut">
              <a:rPr lang="en-IL" smtClean="0"/>
              <a:t>04/10/2026</a:t>
            </a:fld>
            <a:endParaRPr lang="en-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738723-4159-43C6-A99C-8C3BC2ADEDFD}" type="slidenum">
              <a:rPr lang="en-IL" smtClean="0"/>
              <a:t>‹#›</a:t>
            </a:fld>
            <a:endParaRPr lang="en-IL"/>
          </a:p>
        </p:txBody>
      </p:sp>
    </p:spTree>
    <p:extLst>
      <p:ext uri="{BB962C8B-B14F-4D97-AF65-F5344CB8AC3E}">
        <p14:creationId xmlns:p14="http://schemas.microsoft.com/office/powerpoint/2010/main" val="25086606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0 minutes. Untimed title. Week 4 learns configuration space and probabilistic roadmaps using the existing Python-only arm demo. Audience knows ROS, frames, simulation and planar FK/IK from Weeks 1–3. No ROS or Gazebo process is needed this week. Teaching slides total 20 minutes; demo is 25 minutes: 5 code, 12 reveal stages and animate, 8 sample-count comparison and checkpoint. Five hidden backups are untimed. Incorporate the former separate recap into motivation, not an additional five-minute block. All nine existing Week 4 files were read; preserve the teaching notes, README, four Python files and two overview PNGs. The separate MotionPlaningIntroPRM.pdf was not found in workspace/parent and was not reviewed; preserve its existing Oren Salzman references by section/printed number. Main diagram vertices are clearly labelled illustrative, not the seed-7 demo samples. Use saved actual overview for the demo transition and comparisons.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Retained course reference: MotionPlaningIntroPRM.pdf, credited to Oren Salzman. Introduction 15–20; PRM 4–8, 14, 17, 20–23 (printed slide numbers within sections). Not found locally; not reviewed for this update.</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B4738723-4159-43C6-A99C-8C3BC2ADEDFD}" type="slidenum">
              <a:rPr lang="en-IL" smtClean="0"/>
              <a:t>1</a:t>
            </a:fld>
            <a:endParaRPr lang="en-IL"/>
          </a:p>
        </p:txBody>
      </p:sp>
    </p:spTree>
    <p:extLst>
      <p:ext uri="{BB962C8B-B14F-4D97-AF65-F5344CB8AC3E}">
        <p14:creationId xmlns:p14="http://schemas.microsoft.com/office/powerpoint/2010/main" val="5606816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 Visual: the same two-link arm in safe start, colliding intermediate pose and safe goal. Week 3 IK found a configuration for a desired tool point; it did not check how to move there. Motion planning seeks a continuous route through allowed configurations while respecting collision constraints along the way. Use exact start (−.7,.6), goal (.7,−.6) radians and their linear midpoint (0,0). The endpoints are free under the demo geometry, but the straight arm at the midpoint crosses the obstacle. This is a need for a detour, not evidence the goal is unreachable. Use the same lengths .6/.4 m; obstacle center (.8,0), radius .12. Pose diagrams use physical link thickness .03 m radius and the obstacle padding outline .01 m. Planning here is geometric in a static known scene, not dynamic control, acceleration limits or robust physical execution.</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Demo source: demo/robot.py and demo/test_demo.py</a:t>
            </a:r>
          </a:p>
          <a:p>
            <a:r>
              <a:rPr lang="en-US">
                <a:latin typeface="Aptos" panose="020B0004020202020204" pitchFamily="34" charset="0"/>
              </a:rPr>
              <a:t>Retained course reference: MotionPlaningIntroPRM.pdf, credited to Oren Salzman. Introduction 15–20; PRM 4–8, 14, 17, 20–23 (printed slide numbers within sections). Not found locally; not reviewed for this update.</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B4738723-4159-43C6-A99C-8C3BC2ADEDFD}" type="slidenum">
              <a:rPr lang="en-IL" smtClean="0"/>
              <a:t>2</a:t>
            </a:fld>
            <a:endParaRPr lang="en-IL"/>
          </a:p>
        </p:txBody>
      </p:sp>
    </p:spTree>
    <p:extLst>
      <p:ext uri="{BB962C8B-B14F-4D97-AF65-F5344CB8AC3E}">
        <p14:creationId xmlns:p14="http://schemas.microsoft.com/office/powerpoint/2010/main" val="13926568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2 minutes. Visual: equal-sized task planning, graph search and motion planning cards, linked to one pick-and-place task. Task planning chooses actions and their order, e.g. approach, grasp and place with preconditions/effects. Graph search finds a route among specified vertices and edges under costs; a graph by itself does not know robot geometry. Motion planning finds continuous joint configurations connecting poses without collision in the full robot model. PRM builds a graph approximation in continuous configuration space, then uses graph search. These are complementary levels/tools, not mutually exclusive categories or a claim that every other planner is discrete. A symbolic task can be feasible abstractly but require geometric checking; a graph route can be invalid if its robot motions were never validated. Deeper task-and-motion planning integration belongs to Week 5. The main demo compares geometric paths, not pick/grasp symbolic operations.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https://arxiv.org/abs/2010.01083</a:t>
            </a:r>
          </a:p>
          <a:p>
            <a:r>
              <a:rPr lang="en-US">
                <a:latin typeface="Aptos" panose="020B0004020202020204" pitchFamily="34" charset="0"/>
              </a:rPr>
              <a:t>https://www.cs.cmu.edu/~motionplanning/papers/sbp_papers/PRM/prmbasic_01.pdf</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B4738723-4159-43C6-A99C-8C3BC2ADEDFD}" type="slidenum">
              <a:rPr lang="en-IL" smtClean="0"/>
              <a:t>3</a:t>
            </a:fld>
            <a:endParaRPr lang="en-IL"/>
          </a:p>
        </p:txBody>
      </p:sp>
    </p:spTree>
    <p:extLst>
      <p:ext uri="{BB962C8B-B14F-4D97-AF65-F5344CB8AC3E}">
        <p14:creationId xmlns:p14="http://schemas.microsoft.com/office/powerpoint/2010/main" val="38700946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2 minutes. Visual: editable workspace arm at start (−.7,.6), connected to one highlighted point in a q1/q2 square. Workspace is the physical xy plane in metres, containing robot and circular obstacle. Configuration is q=(q1,q2) in radians; FK determines base, elbow and tip. The tool xy point alone does not specify the whole configuration: Week 3 showed two IK solutions can have the same tool position. This robot has two independent revolute joint coordinates, so its configuration space is two-dimensional even though every arm pose contains multiple points. q2 is relative to link1. Hard limits give C=[−π,π]² and opposite boundaries are not connected by wrapping. An unrestricted 2R model has a toroidal S1×S1 topology and needs a different metric/interpolator. Grid coloring is an approximate teaching display; geometric predicates decide free configurations. Briefly identify start/goal but delay revealing the demo's actual final route.</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Demo source: demo/robot.py and demo/test_demo.py</a:t>
            </a:r>
          </a:p>
          <a:p>
            <a:r>
              <a:rPr lang="en-US">
                <a:latin typeface="Aptos" panose="020B0004020202020204" pitchFamily="34" charset="0"/>
              </a:rPr>
              <a:t>Retained course reference: MotionPlaningIntroPRM.pdf, credited to Oren Salzman. Introduction 15–20; PRM 4–8, 14, 17, 20–23 (printed slide numbers within sections). Not found locally; not reviewed for this update.</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B4738723-4159-43C6-A99C-8C3BC2ADEDFD}" type="slidenum">
              <a:rPr lang="en-IL" smtClean="0"/>
              <a:t>4</a:t>
            </a:fld>
            <a:endParaRPr lang="en-IL"/>
          </a:p>
        </p:txBody>
      </p:sp>
    </p:spTree>
    <p:extLst>
      <p:ext uri="{BB962C8B-B14F-4D97-AF65-F5344CB8AC3E}">
        <p14:creationId xmlns:p14="http://schemas.microsoft.com/office/powerpoint/2010/main" val="26986922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 Visual: colliding straight arm at q=(0,0) and the corresponding point in the blocked configuration-space region. The physical obstacle is a circle centered (.80,0), radius .12 m. The whole arm can collide even if its tool is clear. Use FK to place both link segments and test each capsule of radius .03 m. Add .01 m padding; contact with the padded model is rejected. Define C_free as allowed configurations passing the geometry query, and C_obs as invalid ones under that model. Obstacle shapes in configuration space are generally not the same as their workspace shape: here a circle creates a coupled curved region in two angles. The displayed native grid is coarser than the demo display and explicitly approximate; the planner does not search that raster. The collision predicate, not a colored pixel, is the source of truth. Self-collision is intentionally outside this simplified model.</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Demo source: demo/robot.py and demo/test_demo.py</a:t>
            </a:r>
          </a:p>
          <a:p>
            <a:r>
              <a:rPr lang="en-US">
                <a:latin typeface="Aptos" panose="020B0004020202020204" pitchFamily="34" charset="0"/>
              </a:rPr>
              <a:t>Retained course reference: MotionPlaningIntroPRM.pdf, credited to Oren Salzman. Introduction 15–20; PRM 4–8, 14, 17, 20–23 (printed slide numbers within sections). Not found locally; not reviewed for this update.</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B4738723-4159-43C6-A99C-8C3BC2ADEDFD}" type="slidenum">
              <a:rPr lang="en-IL" smtClean="0"/>
              <a:t>5</a:t>
            </a:fld>
            <a:endParaRPr lang="en-IL"/>
          </a:p>
        </p:txBody>
      </p:sp>
    </p:spTree>
    <p:extLst>
      <p:ext uri="{BB962C8B-B14F-4D97-AF65-F5344CB8AC3E}">
        <p14:creationId xmlns:p14="http://schemas.microsoft.com/office/powerpoint/2010/main" val="33753852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 Visual: the straight start→goal segment through the blocked C-space region, endpoints in teal and midpoint in red. Linear local motion q(s)=(1−s)a+sb for s in [0,1]. Both endpoints are free, but s=.5 gives (0,0), which collides. edge_free tests configurations produced by interpolate, including endpoints. This motivates a separate edge predicate, not checking only vertices. For the demo, n=max(1,ceil(max(|b1−a1|,|b2−a2|)/.01)); evaluate i/n for i=0..n. Here max joint change is 1.4 rad, so n=140 and 141 configurations are checked if not short-circuited. This is sampled checking, not a general continuous collision detector. Padding adds geometric clearance but is not a guarantee for arbitrary resolution/model changes or physical robot operation. Right panel distinguishes free(a),free(b) from edge_free(a,b).</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Demo source: demo/robot.py and demo/test_demo.py</a:t>
            </a:r>
          </a:p>
          <a:p>
            <a:r>
              <a:rPr lang="en-US">
                <a:latin typeface="Aptos" panose="020B0004020202020204" pitchFamily="34" charset="0"/>
              </a:rPr>
              <a:t>Retained course reference: MotionPlaningIntroPRM.pdf, credited to Oren Salzman. Introduction 15–20; PRM 4–8, 14, 17, 20–23 (printed slide numbers within sections). Not found locally; not reviewed for this update.</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B4738723-4159-43C6-A99C-8C3BC2ADEDFD}" type="slidenum">
              <a:rPr lang="en-IL" smtClean="0"/>
              <a:t>6</a:t>
            </a:fld>
            <a:endParaRPr lang="en-IL"/>
          </a:p>
        </p:txBody>
      </p:sp>
    </p:spTree>
    <p:extLst>
      <p:ext uri="{BB962C8B-B14F-4D97-AF65-F5344CB8AC3E}">
        <p14:creationId xmlns:p14="http://schemas.microsoft.com/office/powerpoint/2010/main" val="15846921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 Visual: eight-step editable flow: sample, filter, neighbors, validate motions, store graph, attach query, search, verify. PRM stands for Probabilistic Roadmap. Construction builds a reusable graph of collision-free configurations and locally valid motions. Query attaches the actual start/goal, which need not be sampled vertices, and searches. Verification inspects the returned segments under the model; it does not create a physical execution guarantee. Main slides now unpack every step with Implement/Check cues; the live demo maps them to functions and reveals samples, edges and route separately. The demo prepares its computation at startup, so staged reveals are not incremental recomputation. Ordinary PRM is introduced; no claim of PRM* optimality or a completeness theorem for this exact fixed-k implementation. Use the original paper as background and the local source for implementation specifics.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Demo source: demo/planner.py and demo/test_demo.py</a:t>
            </a:r>
          </a:p>
          <a:p>
            <a:r>
              <a:rPr lang="en-US">
                <a:latin typeface="Aptos" panose="020B0004020202020204" pitchFamily="34" charset="0"/>
              </a:rPr>
              <a:t>https://www.cs.cmu.edu/~motionplanning/papers/sbp_papers/PRM/prmbasic_01.pdf</a:t>
            </a:r>
          </a:p>
          <a:p>
            <a:r>
              <a:rPr lang="en-US">
                <a:latin typeface="Aptos" panose="020B0004020202020204" pitchFamily="34" charset="0"/>
              </a:rPr>
              <a:t>Retained course reference: MotionPlaningIntroPRM.pdf, credited to Oren Salzman. Introduction 15–20; PRM 4–8, 14, 17, 20–23 (printed slide numbers within sections). Not found locally; not reviewed for this update.</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B4738723-4159-43C6-A99C-8C3BC2ADEDFD}" type="slidenum">
              <a:rPr lang="en-IL" smtClean="0"/>
              <a:t>7</a:t>
            </a:fld>
            <a:endParaRPr lang="en-IL"/>
          </a:p>
        </p:txBody>
      </p:sp>
    </p:spTree>
    <p:extLst>
      <p:ext uri="{BB962C8B-B14F-4D97-AF65-F5344CB8AC3E}">
        <p14:creationId xmlns:p14="http://schemas.microsoft.com/office/powerpoint/2010/main" val="33174220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 Visual: illustrative random candidates in C-space. Implement build_roadmap uses random.Random(seed), two uniform draws in [−π,π], and a rejection loop until the requested accepted count is reached. Defaults: 300 accepted samples, k=10, seed=7. Attempts include rejected candidates; 300 samples does not mean 300 random draws. Default max attempts=100*samples total, overridden by the Python max_attempts keyword. Exhaustion raises RuntimeError with the accepted count. A fixed seed makes the sample sequence reproducible, not elapsed timings. The actual seed-7 runs documented in README accepted 20 in 21 attempts and 300 in 312. The schematic slide samples use a separately labelled illustrative set rather than claiming to match Python's generator. Tests: finite two-angle values within limits, same seed/settings reproduce points, the 20-sample sequence is a prefix of 300, and mocked always-collision exhaustion terminates. Existing tests cover determinism/prefix and bounded failure.</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Demo source: demo/planner.py and demo/test_demo.py</a:t>
            </a:r>
          </a:p>
          <a:p>
            <a:r>
              <a:rPr lang="en-US">
                <a:latin typeface="Aptos" panose="020B0004020202020204" pitchFamily="34" charset="0"/>
              </a:rPr>
              <a:t>Retained course reference: MotionPlaningIntroPRM.pdf, credited to Oren Salzman. Introduction 15–20; PRM 4–8, 14, 17, 20–23 (printed slide numbers within sections). Not found locally; not reviewed for this update.</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B4738723-4159-43C6-A99C-8C3BC2ADEDFD}" type="slidenum">
              <a:rPr lang="en-IL" smtClean="0"/>
              <a:t>8</a:t>
            </a:fld>
            <a:endParaRPr lang="en-IL"/>
          </a:p>
        </p:txBody>
      </p:sp>
    </p:spTree>
    <p:extLst>
      <p:ext uri="{BB962C8B-B14F-4D97-AF65-F5344CB8AC3E}">
        <p14:creationId xmlns:p14="http://schemas.microsoft.com/office/powerpoint/2010/main" val="39711694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 Visual: rejected straight configuration and the collision-clearance predicate. forward_points returns base=(0,0), elbow=(.6cosq1,.6sinq1), tip=elbow+(.4cos(q1+q2),.4sin(q1+q2)). segment_distance projects the obstacle center onto each segment, clamps projection to [0,1] and handles zero-length segments. clearance is the minimum segment-center distance minus obstacle radius and link radius. configuration_free requires clearance&gt;PADDING; equality/contact fails. No need to explicitly construct every C-space obstacle boundary: use a predicate on queried configurations. Tests: actual start/goal free, zero collides; patch obstacles to hit link1 or link2; padded contact rejected; invalid length/nonfinite/out-of-limit q fails validation. Full derivation is in backup notes. This predicate models the full link geometry rather than checking only the tool.</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Demo source: demo/robot.py and demo/test_demo.py</a:t>
            </a:r>
          </a:p>
          <a:p>
            <a:r>
              <a:rPr lang="en-US">
                <a:latin typeface="Aptos" panose="020B0004020202020204" pitchFamily="34" charset="0"/>
              </a:rPr>
              <a:t>Retained course reference: MotionPlaningIntroPRM.pdf, credited to Oren Salzman. Introduction 15–20; PRM 4–8, 14, 17, 20–23 (printed slide numbers within sections). Not found locally; not reviewed for this update.</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B4738723-4159-43C6-A99C-8C3BC2ADEDFD}" type="slidenum">
              <a:rPr lang="en-IL" smtClean="0"/>
              <a:t>9</a:t>
            </a:fld>
            <a:endParaRPr lang="en-IL"/>
          </a:p>
        </p:txBody>
      </p:sp>
    </p:spTree>
    <p:extLst>
      <p:ext uri="{BB962C8B-B14F-4D97-AF65-F5344CB8AC3E}">
        <p14:creationId xmlns:p14="http://schemas.microsoft.com/office/powerpoint/2010/main" val="16821327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 Visual: a highlighted configuration and candidate neighbor lines in an illustrative graph. nearest sorts (math.dist(q,p),index) tuples and takes the first k, excluding the requested self-index. Distance is Euclidean in this bounded angle-coordinate square, d=√((Δq1)²+(Δq2)²), with values in joint-space radians. Do not wrap opposite boundaries; do not use tool-space distance for this demo. Default k=10; a small roadmap can provide fewer candidates. Neighbor sets are not necessarily symmetric, but the construction considers the union: a pair is considered if either endpoint selects the other. A candidate line remains untrusted until edge_free. The schematic highlights four candidates for readability; the actual demo uses k=10. Checks: toy points with known distances/order, tie handling by index, self excluded, fewer than k returns available vertices. Changing sample count can change neighbors and edges even when sample points form a prefix. Candidate connections drawn dashed, not as already-valid edges.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Demo source: demo/planner.py and demo/test_demo.py</a:t>
            </a:r>
          </a:p>
          <a:p>
            <a:r>
              <a:rPr lang="en-US">
                <a:latin typeface="Aptos" panose="020B0004020202020204" pitchFamily="34" charset="0"/>
              </a:rPr>
              <a:t>Retained course reference: MotionPlaningIntroPRM.pdf, credited to Oren Salzman. Introduction 15–20; PRM 4–8, 14, 17, 20–23 (printed slide numbers within sections). Not found locally; not reviewed for this update.</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B4738723-4159-43C6-A99C-8C3BC2ADEDFD}" type="slidenum">
              <a:rPr lang="en-IL" smtClean="0"/>
              <a:t>10</a:t>
            </a:fld>
            <a:endParaRPr lang="en-IL"/>
          </a:p>
        </p:txBody>
      </p:sp>
    </p:spTree>
    <p:extLst>
      <p:ext uri="{BB962C8B-B14F-4D97-AF65-F5344CB8AC3E}">
        <p14:creationId xmlns:p14="http://schemas.microsoft.com/office/powerpoint/2010/main" val="11780006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 Visual: a candidate crossing the blocked region, interpolation dots that turn red at invalid poses. interpolate validates both endpoints and positive finite step. n=max(1,ceil(max coordinate change/step)), returned list includes n+1 configurations and each coordinate increment is at most 0.01 rad. edge_free short-circuits if any configuration fails. This linear motion stays within the convex hard-limit square but can cross obstacle regions. Padding is 0.01 m and physical link radius 0.03 m; both matter independently of angle-step units. Checks: free endpoints with colliding midpoint return False; endpoints included; coordinate increments bounded; a known clear segment passes; invalid steps rejected; no artificial wrapping from −3 to +3. Independent denser replay is useful to detect implementation errors, but no finite sampled test is a universal continuous-collision certificate. Do not claim a controller trajectory is produced.</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Demo source: demo/robot.py and demo/test_demo.py</a:t>
            </a:r>
          </a:p>
          <a:p>
            <a:r>
              <a:rPr lang="en-US">
                <a:latin typeface="Aptos" panose="020B0004020202020204" pitchFamily="34" charset="0"/>
              </a:rPr>
              <a:t>Retained course reference: MotionPlaningIntroPRM.pdf, credited to Oren Salzman. Introduction 15–20; PRM 4–8, 14, 17, 20–23 (printed slide numbers within sections). Not found locally; not reviewed for this update.</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B4738723-4159-43C6-A99C-8C3BC2ADEDFD}" type="slidenum">
              <a:rPr lang="en-IL" smtClean="0"/>
              <a:t>11</a:t>
            </a:fld>
            <a:endParaRPr lang="en-IL"/>
          </a:p>
        </p:txBody>
      </p:sp>
    </p:spTree>
    <p:extLst>
      <p:ext uri="{BB962C8B-B14F-4D97-AF65-F5344CB8AC3E}">
        <p14:creationId xmlns:p14="http://schemas.microsoft.com/office/powerpoint/2010/main" val="40226026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 Visual: a small editable roadmap with the edge-weight formula, with invalid candidate edges omitted. Roadmap holds points, adjacency, neighbors, attempts and build seconds. connect skips self-edges and existing edges, then runs edge_free. Only after success does it append both (a,b) and (b,a) with identical weight math.dist(q_a,q_b). Construction uses an examined set of sorted index pairs so a pair selected from either endpoint is checked once. Vertex denotes the entire arm; edge denotes the proposed local interpolation, not a free arbitrary shortcut between safe points. Check adjacency symmetry, positive/nonnegative appropriate weights, expected Euclidean values, no duplicates/self-edges, and each stored edge passing geometric validation. Reported edge_count=sum(degrees)//2 counts undirected preprocessing edges; query attachments are additional. Graph may have multiple connected components. Preprocessing can be reused only while model, obstacles and validity assumptions remain unchanged.</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Demo source: demo/planner.py and demo/test_demo.py</a:t>
            </a:r>
          </a:p>
          <a:p>
            <a:r>
              <a:rPr lang="en-US">
                <a:latin typeface="Aptos" panose="020B0004020202020204" pitchFamily="34" charset="0"/>
              </a:rPr>
              <a:t>https://www.cs.cmu.edu/~motionplanning/papers/sbp_papers/PRM/prmbasic_01.pdf</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B4738723-4159-43C6-A99C-8C3BC2ADEDFD}" type="slidenum">
              <a:rPr lang="en-IL" smtClean="0"/>
              <a:t>12</a:t>
            </a:fld>
            <a:endParaRPr lang="en-IL"/>
          </a:p>
        </p:txBody>
      </p:sp>
    </p:spTree>
    <p:extLst>
      <p:ext uri="{BB962C8B-B14F-4D97-AF65-F5344CB8AC3E}">
        <p14:creationId xmlns:p14="http://schemas.microsoft.com/office/powerpoint/2010/main" val="40651486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 Dedicated slide. Visual: an editable configuration-space roadmap with blue sampled vertices, orange q_new, dashed orange candidate connection, rejected red connection across C_obs and retained teal valid attachments. The illustrated q_new is the actual start (−0.7,0.6), absent from the illustrative vertex set. Unsampled means not already a sampled vertex, not outside the allowed angle bounds. First validate joint limits and collision status. query_roadmap copies points and each adjacency row, adds the actual start and goal to that query copy, selects their k nearest preprocessing vertices, checks each entire local motion via connect/edge_free, and stores only valid weighted connections. It also considers a checked direct start→goal edge. Never snap to a neighbor or assume the nearest edge is valid. Apply the procedure to both endpoints. Search from actual start index to actual goal index. Failure to attach or find a route is failure in this graph, not proof of no physical route. Tests: endpoint not in sample set retained exactly, original graph unchanged, invalid endpoint rejected, failed/disconnected attachment returns empty path/None length, free equal endpoints gives one point/zero length. Clicking the GUI only previews a pose; it does not run a new query. Show endpoint attachment through code without changing GUI behavior.</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Demo source: demo/planner.py and demo/test_demo.py</a:t>
            </a:r>
          </a:p>
          <a:p>
            <a:r>
              <a:rPr lang="en-US">
                <a:latin typeface="Aptos" panose="020B0004020202020204" pitchFamily="34" charset="0"/>
              </a:rPr>
              <a:t>Retained course reference: MotionPlaningIntroPRM.pdf, credited to Oren Salzman. Introduction 15–20; PRM 4–8, 14, 17, 20–23 (printed slide numbers within sections). Not found locally; not reviewed for this update.</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B4738723-4159-43C6-A99C-8C3BC2ADEDFD}" type="slidenum">
              <a:rPr lang="en-IL" smtClean="0"/>
              <a:t>13</a:t>
            </a:fld>
            <a:endParaRPr lang="en-IL"/>
          </a:p>
        </p:txBody>
      </p:sp>
    </p:spTree>
    <p:extLst>
      <p:ext uri="{BB962C8B-B14F-4D97-AF65-F5344CB8AC3E}">
        <p14:creationId xmlns:p14="http://schemas.microsoft.com/office/powerpoint/2010/main" val="19003688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 Visual: an editable tiny graph with edge costs 1, 1, 5. The shortest 0→2 route is 0→1→2, cost 2, rather than direct cost 5; isolated vertex 3 is unreachable. shortest_path maintains a min-heap of tentative costs, skips stale entries, relaxes outgoing edges, records parent links and reconstructs the route when goal is removed at its minimum cost. Weights in the actual roadmap are nonnegative joint-space Euclidean lengths. Dijkstra does not decide whether a robot link collides: that was edge validation's responsibility. Shortest means shortest under these graph weights, not globally shortest in C_free, least tool travel distance or fastest motion. Tests use the exact small graph from test_demo.py, disconnected target and equal start/goal; compare returned indices and summed cost. A* is a later/course-homework alternative, not another planner to add here.</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Demo source: demo/planner.py and demo/test_demo.py</a:t>
            </a:r>
          </a:p>
          <a:p>
            <a:r>
              <a:rPr lang="en-US">
                <a:latin typeface="Aptos" panose="020B0004020202020204" pitchFamily="34" charset="0"/>
              </a:rPr>
              <a:t>Retained course reference: MotionPlaningIntroPRM.pdf, credited to Oren Salzman. Introduction 15–20; PRM 4–8, 14, 17, 20–23 (printed slide numbers within sections). Not found locally; not reviewed for this update.</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B4738723-4159-43C6-A99C-8C3BC2ADEDFD}" type="slidenum">
              <a:rPr lang="en-IL" smtClean="0"/>
              <a:t>14</a:t>
            </a:fld>
            <a:endParaRPr lang="en-IL"/>
          </a:p>
        </p:txBody>
      </p:sp>
    </p:spTree>
    <p:extLst>
      <p:ext uri="{BB962C8B-B14F-4D97-AF65-F5344CB8AC3E}">
        <p14:creationId xmlns:p14="http://schemas.microsoft.com/office/powerpoint/2010/main" val="28871971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 Visual: highlighted valid illustrative detour in C-space; use the demo to show the corresponding arm poses. Verify exact first/last configurations, finite in-limit values, every polyline segment with edge_free, and sum of segment distances equal returned length. Independently denser sampling (0.002 rad in the existing test) and a separately formulated NumPy distance calculation check physical clearance of both links. This strengthens testing but remains sampled/model-dependent. demo playback is assembled using interpolate and follows the validated polyline; speed 0.7 joint-space rad/s is illustrative timing, not actuator/acceleration modeling. Synchronizing workspace arm and C-space marker reinforces one configuration=whole robot. GUI click pauses/resets playback and previews a configuration; it does not replan. The actual large-demo final path is reserved for the live demo transition to preserve predictions.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Demo source: demo/robot.py and demo/test_demo.py</a:t>
            </a:r>
          </a:p>
          <a:p>
            <a:r>
              <a:rPr lang="en-US">
                <a:latin typeface="Aptos" panose="020B0004020202020204" pitchFamily="34" charset="0"/>
              </a:rPr>
              <a:t>Demo source: demo/planner.py and demo/test_demo.py</a:t>
            </a:r>
          </a:p>
          <a:p>
            <a:r>
              <a:rPr lang="en-US">
                <a:latin typeface="Aptos" panose="020B0004020202020204" pitchFamily="34" charset="0"/>
              </a:rPr>
              <a:t>Demo source: demo/demo.py and demo/README.md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B4738723-4159-43C6-A99C-8C3BC2ADEDFD}" type="slidenum">
              <a:rPr lang="en-IL" smtClean="0"/>
              <a:t>15</a:t>
            </a:fld>
            <a:endParaRPr lang="en-IL"/>
          </a:p>
        </p:txBody>
      </p:sp>
    </p:spTree>
    <p:extLst>
      <p:ext uri="{BB962C8B-B14F-4D97-AF65-F5344CB8AC3E}">
        <p14:creationId xmlns:p14="http://schemas.microsoft.com/office/powerpoint/2010/main" val="2701925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 Visual: equal-size sparse/denser comparison cards with the actual README numbers. Uniform sampling can miss narrow passages; limited candidate connections can leave components disconnected. No path found in this roadmap means exactly that graph had no route, not impossibility of robot motion. For fixed seed 7 and k=10, documented 20 samples: 21 attempts, 91 construction edges, length ≈5.630 rad; 300: 312 attempts, 1,728 edges, length ≈5.243. Both find paths. This observed improvement is not guaranteed: a bigger sample set can change k-nearest neighbors, so edge sets are not necessarily nested and paths need not monotonically improve. A tiny 1-sample, 1-neighbor run can show failure. Probabilistic completeness is asymptotic under assumptions; assert no theorem for this exact fixed-k classroom implementation. PRM* asymptotic optimality is different and outside the timed core. Geometric path success does not validate dynamics, controllers or physical hardware.</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Demo source: demo/planner.py and demo/test_demo.py</a:t>
            </a:r>
          </a:p>
          <a:p>
            <a:r>
              <a:rPr lang="en-US">
                <a:latin typeface="Aptos" panose="020B0004020202020204" pitchFamily="34" charset="0"/>
              </a:rPr>
              <a:t>Demo source: demo/demo.py and demo/README.md</a:t>
            </a:r>
          </a:p>
          <a:p>
            <a:r>
              <a:rPr lang="en-US">
                <a:latin typeface="Aptos" panose="020B0004020202020204" pitchFamily="34" charset="0"/>
              </a:rPr>
              <a:t>Retained course reference: MotionPlaningIntroPRM.pdf, credited to Oren Salzman. Introduction 15–20; PRM 4–8, 14, 17, 20–23 (printed slide numbers within sections). Not found locally; not reviewed for this update.</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B4738723-4159-43C6-A99C-8C3BC2ADEDFD}" type="slidenum">
              <a:rPr lang="en-IL" smtClean="0"/>
              <a:t>16</a:t>
            </a:fld>
            <a:endParaRPr lang="en-IL"/>
          </a:p>
        </p:txBody>
      </p:sp>
    </p:spTree>
    <p:extLst>
      <p:ext uri="{BB962C8B-B14F-4D97-AF65-F5344CB8AC3E}">
        <p14:creationId xmlns:p14="http://schemas.microsoft.com/office/powerpoint/2010/main" val="10198455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25 minutes. 5 minutes CODE: read robot.py and planner.py. Map forward_points/configuration_free to vertex validity, interpolate/edge_free to local motions, nearest/connect/build_roadmap to construction, query_roadmap to unsampled endpoints and graph copy, shortest_path to Dijkstra. Explicitly show start/goal are added as query vertices rather than snapping to samples.
12 minutes STAGES/PLAYBACK: run python3 week04_motion_planning/demo/demo.py. Preview free start/goal and click (0,0) to display collision. Next stage reveals accepted samples, then checked edges, then search route. Computation was prepared at startup; this is staged disclosure. At final stage Play/Pause animates both panels. Click configuration space to preview and pause; it does not make a new planning query. Resume/replay starts the planned route at its start. Reset returns to first stage/start pose while retaining the roadmap.
8 minutes COMPARISON/CHECKPOINT: run --compare or 20/300 samples with k=10, seed=7. Both documented default cases find a route, denser case shorter here, not a guarantee. Tiny roadmap can fail. Ask what a vertex/edge means, how a new endpoint is attached, whether free endpoints suffice, and what failure means. Playback is kinematic. Saved overview.png and overview_20.png are fallback exports; --export works headlessly. Demo requires Python 3.10+, NumPy, Matplotlib but no ROS/Gazebo. Existing README documents TA-machine validation; our Windows artifact checks are separate. The supplied professor PDF remains referenced but not newly reviewed.</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Demo source: demo/demo.py and demo/README.md</a:t>
            </a:r>
          </a:p>
          <a:p>
            <a:r>
              <a:rPr lang="en-US">
                <a:latin typeface="Aptos" panose="020B0004020202020204" pitchFamily="34" charset="0"/>
              </a:rPr>
              <a:t>Demo source: demo/planner.py and demo/test_demo.py</a:t>
            </a:r>
          </a:p>
          <a:p>
            <a:r>
              <a:rPr lang="en-US">
                <a:latin typeface="Aptos" panose="020B0004020202020204" pitchFamily="34" charset="0"/>
              </a:rPr>
              <a:t>Retained course reference: MotionPlaningIntroPRM.pdf, credited to Oren Salzman. Introduction 15–20; PRM 4–8, 14, 17, 20–23 (printed slide numbers within sections). Not found locally; not reviewed for this update.</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B4738723-4159-43C6-A99C-8C3BC2ADEDFD}" type="slidenum">
              <a:rPr lang="en-IL" smtClean="0"/>
              <a:t>17</a:t>
            </a:fld>
            <a:endParaRPr lang="en-IL"/>
          </a:p>
        </p:txBody>
      </p:sp>
    </p:spTree>
    <p:extLst>
      <p:ext uri="{BB962C8B-B14F-4D97-AF65-F5344CB8AC3E}">
        <p14:creationId xmlns:p14="http://schemas.microsoft.com/office/powerpoint/2010/main" val="5329999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L">
                <a:latin typeface="Aptos" panose="020B0004020202020204" pitchFamily="34" charset="0"/>
              </a:rPr>
              <a:t>TIMING: 0 minutes. Untimed backup. For obstacle center c and segment endpoints a,b, d=b−a. u=clamp(((c−a)·d)/(d·d),0,1); closest point h=a+ud; if d·d=0 use a. Distance=norm(c−h). For both links take minimum distance, subtract physical obstacle radius 0.12 and link capsule radius 0.03 to get clearance. Free iff clearance&gt;.01 padding, equivalently minimum center distance&gt;.16 m. Check contact inclusively as collision. For zero pose link2 lies from (0.6,0) to (1,0), contains obstacle projection (0.8,0), hence center distance 0 and clearance −0.15. Tip at (1,0) lies outside the physical obstacle but the link collides, demonstrating why tip-only checking fails. Physical obstacle outline plus padding is distinct from link radius; do not double-count the radius. Tests place obstacles against each link and test contact; zero-length segment branch should be unit checked separately. Self-collision unmodeled.</a:t>
            </a:r>
          </a:p>
          <a:p>
            <a:endParaRPr lang="en-IL">
              <a:latin typeface="Aptos" panose="020B0004020202020204" pitchFamily="34" charset="0"/>
            </a:endParaRPr>
          </a:p>
          <a:p>
            <a:r>
              <a:rPr lang="en-IL">
                <a:latin typeface="Aptos" panose="020B0004020202020204" pitchFamily="34" charset="0"/>
              </a:rPr>
              <a:t>SOURCES</a:t>
            </a:r>
          </a:p>
          <a:p>
            <a:r>
              <a:rPr lang="en-IL">
                <a:latin typeface="Aptos" panose="020B0004020202020204" pitchFamily="34" charset="0"/>
              </a:rPr>
              <a:t>Demo source: demo/robot.py and demo/test_demo.py</a:t>
            </a:r>
          </a:p>
        </p:txBody>
      </p:sp>
      <p:sp>
        <p:nvSpPr>
          <p:cNvPr id="4" name="Slide Number Placeholder 3"/>
          <p:cNvSpPr>
            <a:spLocks noGrp="1"/>
          </p:cNvSpPr>
          <p:nvPr>
            <p:ph type="sldNum" sz="quarter" idx="5"/>
          </p:nvPr>
        </p:nvSpPr>
        <p:spPr/>
        <p:txBody>
          <a:bodyPr/>
          <a:lstStyle/>
          <a:p>
            <a:fld id="{B4738723-4159-43C6-A99C-8C3BC2ADEDFD}" type="slidenum">
              <a:rPr lang="en-IL" smtClean="0"/>
              <a:t>18</a:t>
            </a:fld>
            <a:endParaRPr lang="en-IL"/>
          </a:p>
        </p:txBody>
      </p:sp>
    </p:spTree>
    <p:extLst>
      <p:ext uri="{BB962C8B-B14F-4D97-AF65-F5344CB8AC3E}">
        <p14:creationId xmlns:p14="http://schemas.microsoft.com/office/powerpoint/2010/main" val="13547665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0 minutes. Untimed backup. Here q belongs to [−π,π]² with hard stops. Though ±π describe equivalent link orientations geometrically, the robot cannot cross that boundary by an infinitesimal wrap; interpolation follows the bounded joint coordinates. From (−3,0) to (3,0) the demo travels through 0 with joint-space length 6 rad. Unrestricted 2R has S1×S1 and shortest circular deltas; it needs an explicitly different metric and interpolation, not just connecting display edges. Full pose wraps are distinct from feasible motion under stops. Formula n=max(1,ceil(max(|Δq1|,|Δq2|)/h)); q_i=a+(i/n)(b−a),i=0..n,h=.01. Resolution is per-coordinate, not necessarily norm increment≤.01; Euclidean step can be √2 × 0.01. Grid display and edge samples serve different purposes; neither is an exact C_obs boundary nor general continuous collision guarantee.</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Demo source: demo/robot.py and demo/test_demo.py</a:t>
            </a:r>
          </a:p>
          <a:p>
            <a:r>
              <a:rPr lang="en-US">
                <a:latin typeface="Aptos" panose="020B0004020202020204" pitchFamily="34" charset="0"/>
              </a:rPr>
              <a:t>Retained course reference: MotionPlaningIntroPRM.pdf, credited to Oren Salzman. Introduction 15–20; PRM 4–8, 14, 17, 20–23 (printed slide numbers within sections). Not found locally; not reviewed for this update.</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B4738723-4159-43C6-A99C-8C3BC2ADEDFD}" type="slidenum">
              <a:rPr lang="en-IL" smtClean="0"/>
              <a:t>19</a:t>
            </a:fld>
            <a:endParaRPr lang="en-IL"/>
          </a:p>
        </p:txBody>
      </p:sp>
    </p:spTree>
    <p:extLst>
      <p:ext uri="{BB962C8B-B14F-4D97-AF65-F5344CB8AC3E}">
        <p14:creationId xmlns:p14="http://schemas.microsoft.com/office/powerpoint/2010/main" val="5640981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L">
                <a:latin typeface="Aptos" panose="020B0004020202020204" pitchFamily="34" charset="0"/>
              </a:rPr>
              <a:t>TIMING: 0 minutes. Untimed backup. Construction pseudocode: while accepted&lt;N and attempts&lt;budget draw two uniform angles; accept if free. For each vertex consider k nearest others; deduplicate unordered pairs; retain connect only if edge_free. Store nonnegative length in both adjacency rows. Query: validate free start/goal; copy points and adjacency rows; if equal return [start], 0; append actual endpoints; attach each to k nearest preprocessing vertices with checked edges; consider checked direct edge; Dijkstra; map indices back to configurations. Roadmap metadata records neighbor count, attempts and build time; QueryResult stores path,length,message,query graph. Failure yields [], None, message; invalid inputs ValueError; sampling exhaustion RuntimeError. No mutation of original construction graph, no endpoint snapping. More queries reuse geometry-valid construction only in unchanged scene. The existing GUI supports pose preview, not interactive goal replanning; no new API/demo changes requested.</a:t>
            </a:r>
          </a:p>
          <a:p>
            <a:endParaRPr lang="en-IL">
              <a:latin typeface="Aptos" panose="020B0004020202020204" pitchFamily="34" charset="0"/>
            </a:endParaRPr>
          </a:p>
          <a:p>
            <a:r>
              <a:rPr lang="en-IL">
                <a:latin typeface="Aptos" panose="020B0004020202020204" pitchFamily="34" charset="0"/>
              </a:rPr>
              <a:t>SOURCES</a:t>
            </a:r>
          </a:p>
          <a:p>
            <a:r>
              <a:rPr lang="en-IL">
                <a:latin typeface="Aptos" panose="020B0004020202020204" pitchFamily="34" charset="0"/>
              </a:rPr>
              <a:t>Demo source: demo/planner.py and demo/test_demo.py</a:t>
            </a:r>
          </a:p>
        </p:txBody>
      </p:sp>
      <p:sp>
        <p:nvSpPr>
          <p:cNvPr id="4" name="Slide Number Placeholder 3"/>
          <p:cNvSpPr>
            <a:spLocks noGrp="1"/>
          </p:cNvSpPr>
          <p:nvPr>
            <p:ph type="sldNum" sz="quarter" idx="5"/>
          </p:nvPr>
        </p:nvSpPr>
        <p:spPr/>
        <p:txBody>
          <a:bodyPr/>
          <a:lstStyle/>
          <a:p>
            <a:fld id="{B4738723-4159-43C6-A99C-8C3BC2ADEDFD}" type="slidenum">
              <a:rPr lang="en-IL" smtClean="0"/>
              <a:t>20</a:t>
            </a:fld>
            <a:endParaRPr lang="en-IL"/>
          </a:p>
        </p:txBody>
      </p:sp>
    </p:spTree>
    <p:extLst>
      <p:ext uri="{BB962C8B-B14F-4D97-AF65-F5344CB8AC3E}">
        <p14:creationId xmlns:p14="http://schemas.microsoft.com/office/powerpoint/2010/main" val="22505528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0 minutes. Untimed backup. Exact test graph adjacency: 0 connects 1 with weight 1 and 2 with weight 5; 1 connects 0 and 2 with weight 1; 2 connects 0 with weight 5 and 1 with weight 1; 3 is isolated. Expected shortest 0→2=[0,1,2], cost 2; 0→3=[], None. Test stale-heap handling, cost summation and parent reconstruction. For roadmap geometry check every vertex is free, adjacency symmetry, duplicate/self-exclusion, edge weight equals the norm and checked local motion. Query tests validate exact unsampled endpoint retention, query-copy immutability, disconnected/failed attachment, invalid endpoints, equal endpoints. Sampler deterministic/prefix and finite exhaustion tests; geometry both-link and contact tests; GUI stage/preview/play/pause/reset/arrival tests. Current eight test methods combine these existing checks; some proposed unit checks (nearest ordering, explicit graph storage) are guidance for students rather than claims of existing dedicated test methods. Independently dense path replay reduces risk of shared-predicate bugs. Source review and independent slide checks do not mean existing Python suite ran here; no local Python runtime installed.</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Demo source: demo/planner.py and demo/test_demo.py</a:t>
            </a:r>
          </a:p>
          <a:p>
            <a:r>
              <a:rPr lang="en-US">
                <a:latin typeface="Aptos" panose="020B0004020202020204" pitchFamily="34" charset="0"/>
              </a:rPr>
              <a:t>Demo source: demo/robot.py and demo/test_demo.py</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B4738723-4159-43C6-A99C-8C3BC2ADEDFD}" type="slidenum">
              <a:rPr lang="en-IL" smtClean="0"/>
              <a:t>21</a:t>
            </a:fld>
            <a:endParaRPr lang="en-IL"/>
          </a:p>
        </p:txBody>
      </p:sp>
    </p:spTree>
    <p:extLst>
      <p:ext uri="{BB962C8B-B14F-4D97-AF65-F5344CB8AC3E}">
        <p14:creationId xmlns:p14="http://schemas.microsoft.com/office/powerpoint/2010/main" val="24370399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0 minutes. Untimed backup. Uniform sample probability in a narrow free region is proportional to its measure; a finite sample budget can miss it. Candidate connection choices also matter. A roadmap may be disconnected even though C_free contains a feasible route. Appropriate sampling-based planners have probabilistic completeness results under stated hypotheses as samples grow; no such assertion for every fixed-k variant or this exact code. Completeness concerns finding a path, not least cost. Asymptotic optimality concerns convergence of costs and needs additional algorithms/connection rules, e.g. PRM*, outside this lesson. More accepted samples with the same seed are a point prefix in this demo, but k-neighbor graphs may replace connections and not remain nested. Finite no-route message must not be relabelled impossible. Discuss retrying seed/sample/k choices as possible experiments, not a universal guarantee. Physical applicability needs scene/model/dynamics/control validation beyond geometric sampled collision checking.</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https://www.cs.cmu.edu/~motionplanning/papers/sbp_papers/PRM/prmbasic_01.pdf</a:t>
            </a:r>
          </a:p>
          <a:p>
            <a:r>
              <a:rPr lang="en-US">
                <a:latin typeface="Aptos" panose="020B0004020202020204" pitchFamily="34" charset="0"/>
              </a:rPr>
              <a:t>Retained course reference: MotionPlaningIntroPRM.pdf, credited to Oren Salzman. Introduction 15–20; PRM 4–8, 14, 17, 20–23 (printed slide numbers within sections). Not found locally; not reviewed for this update.</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B4738723-4159-43C6-A99C-8C3BC2ADEDFD}" type="slidenum">
              <a:rPr lang="en-IL" smtClean="0"/>
              <a:t>22</a:t>
            </a:fld>
            <a:endParaRPr lang="en-IL"/>
          </a:p>
        </p:txBody>
      </p:sp>
    </p:spTree>
    <p:extLst>
      <p:ext uri="{BB962C8B-B14F-4D97-AF65-F5344CB8AC3E}">
        <p14:creationId xmlns:p14="http://schemas.microsoft.com/office/powerpoint/2010/main" val="35840456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5832-FB49-313F-4A75-D7F03C1ACE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A3E6B12F-6F1D-4314-98B1-1B0F5418115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BD52ACE0-6EEA-A772-8F22-A7A3DF59A197}"/>
              </a:ext>
            </a:extLst>
          </p:cNvPr>
          <p:cNvSpPr>
            <a:spLocks noGrp="1"/>
          </p:cNvSpPr>
          <p:nvPr>
            <p:ph type="dt" sz="half" idx="10"/>
          </p:nvPr>
        </p:nvSpPr>
        <p:spPr/>
        <p:txBody>
          <a:bodyPr/>
          <a:lstStyle/>
          <a:p>
            <a:fld id="{9D18AF7C-1F52-46C7-B82C-623B9EB370D1}" type="datetimeFigureOut">
              <a:rPr lang="en-IL" smtClean="0"/>
              <a:t>04/10/2026</a:t>
            </a:fld>
            <a:endParaRPr lang="en-IL"/>
          </a:p>
        </p:txBody>
      </p:sp>
      <p:sp>
        <p:nvSpPr>
          <p:cNvPr id="5" name="Footer Placeholder 4">
            <a:extLst>
              <a:ext uri="{FF2B5EF4-FFF2-40B4-BE49-F238E27FC236}">
                <a16:creationId xmlns:a16="http://schemas.microsoft.com/office/drawing/2014/main" id="{CD81D78C-1E8E-7B7E-213C-02685A007EB7}"/>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5A65D2A9-18B0-EF42-AB97-EFBBED525DB7}"/>
              </a:ext>
            </a:extLst>
          </p:cNvPr>
          <p:cNvSpPr>
            <a:spLocks noGrp="1"/>
          </p:cNvSpPr>
          <p:nvPr>
            <p:ph type="sldNum" sz="quarter" idx="12"/>
          </p:nvPr>
        </p:nvSpPr>
        <p:spPr/>
        <p:txBody>
          <a:bodyPr/>
          <a:lstStyle/>
          <a:p>
            <a:fld id="{1ADD8979-E15D-40AC-9852-C78C6318B5A0}" type="slidenum">
              <a:rPr lang="en-IL" smtClean="0"/>
              <a:t>‹#›</a:t>
            </a:fld>
            <a:endParaRPr lang="en-IL"/>
          </a:p>
        </p:txBody>
      </p:sp>
    </p:spTree>
    <p:extLst>
      <p:ext uri="{BB962C8B-B14F-4D97-AF65-F5344CB8AC3E}">
        <p14:creationId xmlns:p14="http://schemas.microsoft.com/office/powerpoint/2010/main" val="27760490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7B3AA-CC75-11E5-3B25-B1051C533C7A}"/>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1D350F5E-3C83-6C98-BEF3-DCF905F138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92D83D11-8016-AF43-FC45-9C79782CBD54}"/>
              </a:ext>
            </a:extLst>
          </p:cNvPr>
          <p:cNvSpPr>
            <a:spLocks noGrp="1"/>
          </p:cNvSpPr>
          <p:nvPr>
            <p:ph type="dt" sz="half" idx="10"/>
          </p:nvPr>
        </p:nvSpPr>
        <p:spPr/>
        <p:txBody>
          <a:bodyPr/>
          <a:lstStyle/>
          <a:p>
            <a:fld id="{9D18AF7C-1F52-46C7-B82C-623B9EB370D1}" type="datetimeFigureOut">
              <a:rPr lang="en-IL" smtClean="0"/>
              <a:t>04/10/2026</a:t>
            </a:fld>
            <a:endParaRPr lang="en-IL"/>
          </a:p>
        </p:txBody>
      </p:sp>
      <p:sp>
        <p:nvSpPr>
          <p:cNvPr id="5" name="Footer Placeholder 4">
            <a:extLst>
              <a:ext uri="{FF2B5EF4-FFF2-40B4-BE49-F238E27FC236}">
                <a16:creationId xmlns:a16="http://schemas.microsoft.com/office/drawing/2014/main" id="{241ABC5F-D520-D319-F260-D17BE6C899E1}"/>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44CD0B8A-931F-0075-7A3E-0090F9E07E80}"/>
              </a:ext>
            </a:extLst>
          </p:cNvPr>
          <p:cNvSpPr>
            <a:spLocks noGrp="1"/>
          </p:cNvSpPr>
          <p:nvPr>
            <p:ph type="sldNum" sz="quarter" idx="12"/>
          </p:nvPr>
        </p:nvSpPr>
        <p:spPr/>
        <p:txBody>
          <a:bodyPr/>
          <a:lstStyle/>
          <a:p>
            <a:fld id="{1ADD8979-E15D-40AC-9852-C78C6318B5A0}" type="slidenum">
              <a:rPr lang="en-IL" smtClean="0"/>
              <a:t>‹#›</a:t>
            </a:fld>
            <a:endParaRPr lang="en-IL"/>
          </a:p>
        </p:txBody>
      </p:sp>
    </p:spTree>
    <p:extLst>
      <p:ext uri="{BB962C8B-B14F-4D97-AF65-F5344CB8AC3E}">
        <p14:creationId xmlns:p14="http://schemas.microsoft.com/office/powerpoint/2010/main" val="855935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55F53-1A71-E63C-3E6E-AE974C14E30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A1252C7F-B9A8-D49A-4934-66D2C7E203A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A3B352A-085E-597D-8611-7644A8697F2E}"/>
              </a:ext>
            </a:extLst>
          </p:cNvPr>
          <p:cNvSpPr>
            <a:spLocks noGrp="1"/>
          </p:cNvSpPr>
          <p:nvPr>
            <p:ph type="dt" sz="half" idx="10"/>
          </p:nvPr>
        </p:nvSpPr>
        <p:spPr/>
        <p:txBody>
          <a:bodyPr/>
          <a:lstStyle/>
          <a:p>
            <a:fld id="{9D18AF7C-1F52-46C7-B82C-623B9EB370D1}" type="datetimeFigureOut">
              <a:rPr lang="en-IL" smtClean="0"/>
              <a:t>04/10/2026</a:t>
            </a:fld>
            <a:endParaRPr lang="en-IL"/>
          </a:p>
        </p:txBody>
      </p:sp>
      <p:sp>
        <p:nvSpPr>
          <p:cNvPr id="5" name="Footer Placeholder 4">
            <a:extLst>
              <a:ext uri="{FF2B5EF4-FFF2-40B4-BE49-F238E27FC236}">
                <a16:creationId xmlns:a16="http://schemas.microsoft.com/office/drawing/2014/main" id="{91F8B4B2-7FE4-37BB-9F5A-B1353C542F9D}"/>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F2E1EF1A-605B-359F-5E6B-DB2AB532AFCA}"/>
              </a:ext>
            </a:extLst>
          </p:cNvPr>
          <p:cNvSpPr>
            <a:spLocks noGrp="1"/>
          </p:cNvSpPr>
          <p:nvPr>
            <p:ph type="sldNum" sz="quarter" idx="12"/>
          </p:nvPr>
        </p:nvSpPr>
        <p:spPr/>
        <p:txBody>
          <a:bodyPr/>
          <a:lstStyle/>
          <a:p>
            <a:fld id="{1ADD8979-E15D-40AC-9852-C78C6318B5A0}" type="slidenum">
              <a:rPr lang="en-IL" smtClean="0"/>
              <a:t>‹#›</a:t>
            </a:fld>
            <a:endParaRPr lang="en-IL"/>
          </a:p>
        </p:txBody>
      </p:sp>
    </p:spTree>
    <p:extLst>
      <p:ext uri="{BB962C8B-B14F-4D97-AF65-F5344CB8AC3E}">
        <p14:creationId xmlns:p14="http://schemas.microsoft.com/office/powerpoint/2010/main" val="2216726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CB816-1972-246C-313B-E1DDF08C1903}"/>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DCF51AFE-C770-8285-1258-86551AD35EA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DB6C7B41-BF4B-4AA9-DFCF-9F14B3D86C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509F561F-659C-C45B-ED31-7B26AB60480F}"/>
              </a:ext>
            </a:extLst>
          </p:cNvPr>
          <p:cNvSpPr>
            <a:spLocks noGrp="1"/>
          </p:cNvSpPr>
          <p:nvPr>
            <p:ph type="dt" sz="half" idx="10"/>
          </p:nvPr>
        </p:nvSpPr>
        <p:spPr/>
        <p:txBody>
          <a:bodyPr/>
          <a:lstStyle/>
          <a:p>
            <a:fld id="{9D18AF7C-1F52-46C7-B82C-623B9EB370D1}" type="datetimeFigureOut">
              <a:rPr lang="en-IL" smtClean="0"/>
              <a:t>04/10/2026</a:t>
            </a:fld>
            <a:endParaRPr lang="en-IL"/>
          </a:p>
        </p:txBody>
      </p:sp>
      <p:sp>
        <p:nvSpPr>
          <p:cNvPr id="6" name="Footer Placeholder 5">
            <a:extLst>
              <a:ext uri="{FF2B5EF4-FFF2-40B4-BE49-F238E27FC236}">
                <a16:creationId xmlns:a16="http://schemas.microsoft.com/office/drawing/2014/main" id="{27C09CE6-CFDE-B658-077F-39B4AD1309D7}"/>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E289F563-3B10-2558-AD5B-F923C7DDA54D}"/>
              </a:ext>
            </a:extLst>
          </p:cNvPr>
          <p:cNvSpPr>
            <a:spLocks noGrp="1"/>
          </p:cNvSpPr>
          <p:nvPr>
            <p:ph type="sldNum" sz="quarter" idx="12"/>
          </p:nvPr>
        </p:nvSpPr>
        <p:spPr/>
        <p:txBody>
          <a:bodyPr/>
          <a:lstStyle/>
          <a:p>
            <a:fld id="{1ADD8979-E15D-40AC-9852-C78C6318B5A0}" type="slidenum">
              <a:rPr lang="en-IL" smtClean="0"/>
              <a:t>‹#›</a:t>
            </a:fld>
            <a:endParaRPr lang="en-IL"/>
          </a:p>
        </p:txBody>
      </p:sp>
    </p:spTree>
    <p:extLst>
      <p:ext uri="{BB962C8B-B14F-4D97-AF65-F5344CB8AC3E}">
        <p14:creationId xmlns:p14="http://schemas.microsoft.com/office/powerpoint/2010/main" val="41661737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8C865-1093-8E58-970F-8DF03108DC1D}"/>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70B2AD1E-F513-4CC5-2F3E-C8FE6782D3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C10C6B3-FF38-84EA-8191-AA182B8B606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37FF5BC1-E3CB-FAA3-C122-090F9991E4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E082300-0A66-17F7-F382-FFDC0B4F11C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0E5B10A1-B2EE-573B-5082-C8EE6EF24C2D}"/>
              </a:ext>
            </a:extLst>
          </p:cNvPr>
          <p:cNvSpPr>
            <a:spLocks noGrp="1"/>
          </p:cNvSpPr>
          <p:nvPr>
            <p:ph type="dt" sz="half" idx="10"/>
          </p:nvPr>
        </p:nvSpPr>
        <p:spPr/>
        <p:txBody>
          <a:bodyPr/>
          <a:lstStyle/>
          <a:p>
            <a:fld id="{9D18AF7C-1F52-46C7-B82C-623B9EB370D1}" type="datetimeFigureOut">
              <a:rPr lang="en-IL" smtClean="0"/>
              <a:t>04/10/2026</a:t>
            </a:fld>
            <a:endParaRPr lang="en-IL"/>
          </a:p>
        </p:txBody>
      </p:sp>
      <p:sp>
        <p:nvSpPr>
          <p:cNvPr id="8" name="Footer Placeholder 7">
            <a:extLst>
              <a:ext uri="{FF2B5EF4-FFF2-40B4-BE49-F238E27FC236}">
                <a16:creationId xmlns:a16="http://schemas.microsoft.com/office/drawing/2014/main" id="{BD6757D4-0938-03D5-EAD8-AC45B5AA5DB3}"/>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52A3A8B6-B2DE-A925-EE86-049541416299}"/>
              </a:ext>
            </a:extLst>
          </p:cNvPr>
          <p:cNvSpPr>
            <a:spLocks noGrp="1"/>
          </p:cNvSpPr>
          <p:nvPr>
            <p:ph type="sldNum" sz="quarter" idx="12"/>
          </p:nvPr>
        </p:nvSpPr>
        <p:spPr/>
        <p:txBody>
          <a:bodyPr/>
          <a:lstStyle/>
          <a:p>
            <a:fld id="{1ADD8979-E15D-40AC-9852-C78C6318B5A0}" type="slidenum">
              <a:rPr lang="en-IL" smtClean="0"/>
              <a:t>‹#›</a:t>
            </a:fld>
            <a:endParaRPr lang="en-IL"/>
          </a:p>
        </p:txBody>
      </p:sp>
    </p:spTree>
    <p:extLst>
      <p:ext uri="{BB962C8B-B14F-4D97-AF65-F5344CB8AC3E}">
        <p14:creationId xmlns:p14="http://schemas.microsoft.com/office/powerpoint/2010/main" val="39436254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F44A1-163C-599C-7783-69770E008FFE}"/>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01F11B97-0335-C424-350D-80D57A45AEF3}"/>
              </a:ext>
            </a:extLst>
          </p:cNvPr>
          <p:cNvSpPr>
            <a:spLocks noGrp="1"/>
          </p:cNvSpPr>
          <p:nvPr>
            <p:ph type="dt" sz="half" idx="10"/>
          </p:nvPr>
        </p:nvSpPr>
        <p:spPr/>
        <p:txBody>
          <a:bodyPr/>
          <a:lstStyle/>
          <a:p>
            <a:fld id="{9D18AF7C-1F52-46C7-B82C-623B9EB370D1}" type="datetimeFigureOut">
              <a:rPr lang="en-IL" smtClean="0"/>
              <a:t>04/10/2026</a:t>
            </a:fld>
            <a:endParaRPr lang="en-IL"/>
          </a:p>
        </p:txBody>
      </p:sp>
      <p:sp>
        <p:nvSpPr>
          <p:cNvPr id="4" name="Footer Placeholder 3">
            <a:extLst>
              <a:ext uri="{FF2B5EF4-FFF2-40B4-BE49-F238E27FC236}">
                <a16:creationId xmlns:a16="http://schemas.microsoft.com/office/drawing/2014/main" id="{C490410F-AD9F-C859-BC98-E296C807D132}"/>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5024ECB4-88F7-F984-72F0-E4957608545A}"/>
              </a:ext>
            </a:extLst>
          </p:cNvPr>
          <p:cNvSpPr>
            <a:spLocks noGrp="1"/>
          </p:cNvSpPr>
          <p:nvPr>
            <p:ph type="sldNum" sz="quarter" idx="12"/>
          </p:nvPr>
        </p:nvSpPr>
        <p:spPr/>
        <p:txBody>
          <a:bodyPr/>
          <a:lstStyle/>
          <a:p>
            <a:fld id="{1ADD8979-E15D-40AC-9852-C78C6318B5A0}" type="slidenum">
              <a:rPr lang="en-IL" smtClean="0"/>
              <a:t>‹#›</a:t>
            </a:fld>
            <a:endParaRPr lang="en-IL"/>
          </a:p>
        </p:txBody>
      </p:sp>
    </p:spTree>
    <p:extLst>
      <p:ext uri="{BB962C8B-B14F-4D97-AF65-F5344CB8AC3E}">
        <p14:creationId xmlns:p14="http://schemas.microsoft.com/office/powerpoint/2010/main" val="26259154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627C7B-BE15-E71A-1422-3EAACEBEF2B0}"/>
              </a:ext>
            </a:extLst>
          </p:cNvPr>
          <p:cNvSpPr>
            <a:spLocks noGrp="1"/>
          </p:cNvSpPr>
          <p:nvPr>
            <p:ph type="dt" sz="half" idx="10"/>
          </p:nvPr>
        </p:nvSpPr>
        <p:spPr/>
        <p:txBody>
          <a:bodyPr/>
          <a:lstStyle/>
          <a:p>
            <a:fld id="{9D18AF7C-1F52-46C7-B82C-623B9EB370D1}" type="datetimeFigureOut">
              <a:rPr lang="en-IL" smtClean="0"/>
              <a:t>04/10/2026</a:t>
            </a:fld>
            <a:endParaRPr lang="en-IL"/>
          </a:p>
        </p:txBody>
      </p:sp>
      <p:sp>
        <p:nvSpPr>
          <p:cNvPr id="3" name="Footer Placeholder 2">
            <a:extLst>
              <a:ext uri="{FF2B5EF4-FFF2-40B4-BE49-F238E27FC236}">
                <a16:creationId xmlns:a16="http://schemas.microsoft.com/office/drawing/2014/main" id="{86C8A268-A43B-6E7C-3A9D-AA2BE59FC375}"/>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8DE203EA-081D-BDAA-64BA-6C7731737C3C}"/>
              </a:ext>
            </a:extLst>
          </p:cNvPr>
          <p:cNvSpPr>
            <a:spLocks noGrp="1"/>
          </p:cNvSpPr>
          <p:nvPr>
            <p:ph type="sldNum" sz="quarter" idx="12"/>
          </p:nvPr>
        </p:nvSpPr>
        <p:spPr/>
        <p:txBody>
          <a:bodyPr/>
          <a:lstStyle/>
          <a:p>
            <a:fld id="{1ADD8979-E15D-40AC-9852-C78C6318B5A0}" type="slidenum">
              <a:rPr lang="en-IL" smtClean="0"/>
              <a:t>‹#›</a:t>
            </a:fld>
            <a:endParaRPr lang="en-IL"/>
          </a:p>
        </p:txBody>
      </p:sp>
    </p:spTree>
    <p:extLst>
      <p:ext uri="{BB962C8B-B14F-4D97-AF65-F5344CB8AC3E}">
        <p14:creationId xmlns:p14="http://schemas.microsoft.com/office/powerpoint/2010/main" val="15922461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CAC35-790A-4BFF-B09A-410B92C5A1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98BA894F-5217-A6F4-B4BF-DFA150837CC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E79A03C6-3C0E-C3CE-147B-70458E0E94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B86CFE-5B8C-DF39-29CC-A1691E470B6A}"/>
              </a:ext>
            </a:extLst>
          </p:cNvPr>
          <p:cNvSpPr>
            <a:spLocks noGrp="1"/>
          </p:cNvSpPr>
          <p:nvPr>
            <p:ph type="dt" sz="half" idx="10"/>
          </p:nvPr>
        </p:nvSpPr>
        <p:spPr/>
        <p:txBody>
          <a:bodyPr/>
          <a:lstStyle/>
          <a:p>
            <a:fld id="{9D18AF7C-1F52-46C7-B82C-623B9EB370D1}" type="datetimeFigureOut">
              <a:rPr lang="en-IL" smtClean="0"/>
              <a:t>04/10/2026</a:t>
            </a:fld>
            <a:endParaRPr lang="en-IL"/>
          </a:p>
        </p:txBody>
      </p:sp>
      <p:sp>
        <p:nvSpPr>
          <p:cNvPr id="6" name="Footer Placeholder 5">
            <a:extLst>
              <a:ext uri="{FF2B5EF4-FFF2-40B4-BE49-F238E27FC236}">
                <a16:creationId xmlns:a16="http://schemas.microsoft.com/office/drawing/2014/main" id="{95CE2D4B-ABB1-E778-B359-699AC7E67684}"/>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91F96DE3-ED39-726A-84EA-15D2A32A10B3}"/>
              </a:ext>
            </a:extLst>
          </p:cNvPr>
          <p:cNvSpPr>
            <a:spLocks noGrp="1"/>
          </p:cNvSpPr>
          <p:nvPr>
            <p:ph type="sldNum" sz="quarter" idx="12"/>
          </p:nvPr>
        </p:nvSpPr>
        <p:spPr/>
        <p:txBody>
          <a:bodyPr/>
          <a:lstStyle/>
          <a:p>
            <a:fld id="{1ADD8979-E15D-40AC-9852-C78C6318B5A0}" type="slidenum">
              <a:rPr lang="en-IL" smtClean="0"/>
              <a:t>‹#›</a:t>
            </a:fld>
            <a:endParaRPr lang="en-IL"/>
          </a:p>
        </p:txBody>
      </p:sp>
    </p:spTree>
    <p:extLst>
      <p:ext uri="{BB962C8B-B14F-4D97-AF65-F5344CB8AC3E}">
        <p14:creationId xmlns:p14="http://schemas.microsoft.com/office/powerpoint/2010/main" val="35654220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F5E60-E3AA-02C6-BC13-05CDFCDD36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D8BAA775-41B2-DC6D-6263-2B9E9D46D2B7}"/>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BD30C4A3-8EE3-5CD7-62DE-60411C28BC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1EAF71-A255-FEBD-5A7B-1F76D69B8BC3}"/>
              </a:ext>
            </a:extLst>
          </p:cNvPr>
          <p:cNvSpPr>
            <a:spLocks noGrp="1"/>
          </p:cNvSpPr>
          <p:nvPr>
            <p:ph type="dt" sz="half" idx="10"/>
          </p:nvPr>
        </p:nvSpPr>
        <p:spPr/>
        <p:txBody>
          <a:bodyPr/>
          <a:lstStyle/>
          <a:p>
            <a:fld id="{9D18AF7C-1F52-46C7-B82C-623B9EB370D1}" type="datetimeFigureOut">
              <a:rPr lang="en-IL" smtClean="0"/>
              <a:t>04/10/2026</a:t>
            </a:fld>
            <a:endParaRPr lang="en-IL"/>
          </a:p>
        </p:txBody>
      </p:sp>
      <p:sp>
        <p:nvSpPr>
          <p:cNvPr id="6" name="Footer Placeholder 5">
            <a:extLst>
              <a:ext uri="{FF2B5EF4-FFF2-40B4-BE49-F238E27FC236}">
                <a16:creationId xmlns:a16="http://schemas.microsoft.com/office/drawing/2014/main" id="{2C47E4B8-861E-D112-D1FF-958E23BEBA2A}"/>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765971A3-4012-45CB-6A1C-737ECB3A8A5F}"/>
              </a:ext>
            </a:extLst>
          </p:cNvPr>
          <p:cNvSpPr>
            <a:spLocks noGrp="1"/>
          </p:cNvSpPr>
          <p:nvPr>
            <p:ph type="sldNum" sz="quarter" idx="12"/>
          </p:nvPr>
        </p:nvSpPr>
        <p:spPr/>
        <p:txBody>
          <a:bodyPr/>
          <a:lstStyle/>
          <a:p>
            <a:fld id="{1ADD8979-E15D-40AC-9852-C78C6318B5A0}" type="slidenum">
              <a:rPr lang="en-IL" smtClean="0"/>
              <a:t>‹#›</a:t>
            </a:fld>
            <a:endParaRPr lang="en-IL"/>
          </a:p>
        </p:txBody>
      </p:sp>
    </p:spTree>
    <p:extLst>
      <p:ext uri="{BB962C8B-B14F-4D97-AF65-F5344CB8AC3E}">
        <p14:creationId xmlns:p14="http://schemas.microsoft.com/office/powerpoint/2010/main" val="1194270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76BD7-D607-1E50-C197-E6FC1EBEE0C4}"/>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A1785A1F-4BF6-16B8-F15F-72E552AED3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0CE6FAE0-287A-0E0D-4488-447063678EB4}"/>
              </a:ext>
            </a:extLst>
          </p:cNvPr>
          <p:cNvSpPr>
            <a:spLocks noGrp="1"/>
          </p:cNvSpPr>
          <p:nvPr>
            <p:ph type="dt" sz="half" idx="10"/>
          </p:nvPr>
        </p:nvSpPr>
        <p:spPr/>
        <p:txBody>
          <a:bodyPr/>
          <a:lstStyle/>
          <a:p>
            <a:fld id="{9D18AF7C-1F52-46C7-B82C-623B9EB370D1}" type="datetimeFigureOut">
              <a:rPr lang="en-IL" smtClean="0"/>
              <a:t>04/10/2026</a:t>
            </a:fld>
            <a:endParaRPr lang="en-IL"/>
          </a:p>
        </p:txBody>
      </p:sp>
      <p:sp>
        <p:nvSpPr>
          <p:cNvPr id="5" name="Footer Placeholder 4">
            <a:extLst>
              <a:ext uri="{FF2B5EF4-FFF2-40B4-BE49-F238E27FC236}">
                <a16:creationId xmlns:a16="http://schemas.microsoft.com/office/drawing/2014/main" id="{09D25E96-1786-7586-A633-1590FA1F0C26}"/>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13A555F8-D685-64AF-DDCB-4E2A4A81620A}"/>
              </a:ext>
            </a:extLst>
          </p:cNvPr>
          <p:cNvSpPr>
            <a:spLocks noGrp="1"/>
          </p:cNvSpPr>
          <p:nvPr>
            <p:ph type="sldNum" sz="quarter" idx="12"/>
          </p:nvPr>
        </p:nvSpPr>
        <p:spPr/>
        <p:txBody>
          <a:bodyPr/>
          <a:lstStyle/>
          <a:p>
            <a:fld id="{1ADD8979-E15D-40AC-9852-C78C6318B5A0}" type="slidenum">
              <a:rPr lang="en-IL" smtClean="0"/>
              <a:t>‹#›</a:t>
            </a:fld>
            <a:endParaRPr lang="en-IL"/>
          </a:p>
        </p:txBody>
      </p:sp>
    </p:spTree>
    <p:extLst>
      <p:ext uri="{BB962C8B-B14F-4D97-AF65-F5344CB8AC3E}">
        <p14:creationId xmlns:p14="http://schemas.microsoft.com/office/powerpoint/2010/main" val="2598992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F4CDCE9-09B1-9CD7-3ECB-2134DFA6891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6CBC1B64-219C-EACC-05CA-A82D1569A9E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A8ECF6A0-77FA-5294-A960-A702A5268D16}"/>
              </a:ext>
            </a:extLst>
          </p:cNvPr>
          <p:cNvSpPr>
            <a:spLocks noGrp="1"/>
          </p:cNvSpPr>
          <p:nvPr>
            <p:ph type="dt" sz="half" idx="10"/>
          </p:nvPr>
        </p:nvSpPr>
        <p:spPr/>
        <p:txBody>
          <a:bodyPr/>
          <a:lstStyle/>
          <a:p>
            <a:fld id="{9D18AF7C-1F52-46C7-B82C-623B9EB370D1}" type="datetimeFigureOut">
              <a:rPr lang="en-IL" smtClean="0"/>
              <a:t>04/10/2026</a:t>
            </a:fld>
            <a:endParaRPr lang="en-IL"/>
          </a:p>
        </p:txBody>
      </p:sp>
      <p:sp>
        <p:nvSpPr>
          <p:cNvPr id="5" name="Footer Placeholder 4">
            <a:extLst>
              <a:ext uri="{FF2B5EF4-FFF2-40B4-BE49-F238E27FC236}">
                <a16:creationId xmlns:a16="http://schemas.microsoft.com/office/drawing/2014/main" id="{4AD88249-62E1-48E4-D77F-E41F43CB5497}"/>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7DEAEE95-8D97-435C-8CD4-E9265650AB8B}"/>
              </a:ext>
            </a:extLst>
          </p:cNvPr>
          <p:cNvSpPr>
            <a:spLocks noGrp="1"/>
          </p:cNvSpPr>
          <p:nvPr>
            <p:ph type="sldNum" sz="quarter" idx="12"/>
          </p:nvPr>
        </p:nvSpPr>
        <p:spPr/>
        <p:txBody>
          <a:bodyPr/>
          <a:lstStyle/>
          <a:p>
            <a:fld id="{1ADD8979-E15D-40AC-9852-C78C6318B5A0}" type="slidenum">
              <a:rPr lang="en-IL" smtClean="0"/>
              <a:t>‹#›</a:t>
            </a:fld>
            <a:endParaRPr lang="en-IL"/>
          </a:p>
        </p:txBody>
      </p:sp>
    </p:spTree>
    <p:extLst>
      <p:ext uri="{BB962C8B-B14F-4D97-AF65-F5344CB8AC3E}">
        <p14:creationId xmlns:p14="http://schemas.microsoft.com/office/powerpoint/2010/main" val="1154884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5DEA3F-0C9D-FE00-59C3-9DCC0F43E0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928A686E-B7DC-F579-FAE6-D9045392B1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17EE5076-1078-6D2C-66DC-13DEE9C867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D18AF7C-1F52-46C7-B82C-623B9EB370D1}" type="datetimeFigureOut">
              <a:rPr lang="en-IL" smtClean="0"/>
              <a:t>04/10/2026</a:t>
            </a:fld>
            <a:endParaRPr lang="en-IL"/>
          </a:p>
        </p:txBody>
      </p:sp>
      <p:sp>
        <p:nvSpPr>
          <p:cNvPr id="5" name="Footer Placeholder 4">
            <a:extLst>
              <a:ext uri="{FF2B5EF4-FFF2-40B4-BE49-F238E27FC236}">
                <a16:creationId xmlns:a16="http://schemas.microsoft.com/office/drawing/2014/main" id="{894D5AF1-F7EE-DCF4-162C-05344A23A8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L"/>
          </a:p>
        </p:txBody>
      </p:sp>
      <p:sp>
        <p:nvSpPr>
          <p:cNvPr id="6" name="Slide Number Placeholder 5">
            <a:extLst>
              <a:ext uri="{FF2B5EF4-FFF2-40B4-BE49-F238E27FC236}">
                <a16:creationId xmlns:a16="http://schemas.microsoft.com/office/drawing/2014/main" id="{C9862C2B-B5EC-5FC0-9B23-88ECAAC600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ADD8979-E15D-40AC-9852-C78C6318B5A0}" type="slidenum">
              <a:rPr lang="en-IL" smtClean="0"/>
              <a:t>‹#›</a:t>
            </a:fld>
            <a:endParaRPr lang="en-IL"/>
          </a:p>
        </p:txBody>
      </p:sp>
    </p:spTree>
    <p:extLst>
      <p:ext uri="{BB962C8B-B14F-4D97-AF65-F5344CB8AC3E}">
        <p14:creationId xmlns:p14="http://schemas.microsoft.com/office/powerpoint/2010/main" val="35574596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59DB8065-7EB1-66B3-26D7-C6B416E12375}"/>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04 / CONFIGURATION SPACE &amp; PRM</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FF18F98F-11BB-BF68-7B8F-D1547974A95F}"/>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Configuration space &amp; PRM</a:t>
            </a:r>
          </a:p>
        </p:txBody>
      </p:sp>
      <p:sp>
        <p:nvSpPr>
          <p:cNvPr id="4" name="text_3">
            <a:extLst>
              <a:ext uri="{FF2B5EF4-FFF2-40B4-BE49-F238E27FC236}">
                <a16:creationId xmlns:a16="http://schemas.microsoft.com/office/drawing/2014/main" id="{05C4B9FC-7C48-7B6D-6E2B-98B3264C9799}"/>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Describe the whole robot. Find a collision-free route.</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A43CB844-98D5-A7BC-F182-597698953AE7}"/>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62B2440C-7CFC-518A-DE45-3F48000B0E20}"/>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Motion Planning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40CFC7C7-39C0-8B59-2DE6-681EE19F1525}"/>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01</a:t>
            </a:r>
          </a:p>
        </p:txBody>
      </p:sp>
      <p:sp>
        <p:nvSpPr>
          <p:cNvPr id="8" name="Oval 7">
            <a:extLst>
              <a:ext uri="{FF2B5EF4-FFF2-40B4-BE49-F238E27FC236}">
                <a16:creationId xmlns:a16="http://schemas.microsoft.com/office/drawing/2014/main" id="{FEFA55E3-D2CA-B80F-F9AB-D7F28CC1A270}"/>
              </a:ext>
            </a:extLst>
          </p:cNvPr>
          <p:cNvSpPr/>
          <p:nvPr/>
        </p:nvSpPr>
        <p:spPr>
          <a:xfrm>
            <a:off x="2913380" y="3726180"/>
            <a:ext cx="624840" cy="624840"/>
          </a:xfrm>
          <a:prstGeom prst="ellipse">
            <a:avLst/>
          </a:prstGeom>
          <a:solidFill>
            <a:srgbClr val="FFF0DF"/>
          </a:solidFill>
          <a:ln>
            <a:solidFill>
              <a:srgbClr val="AE65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Oval 8">
            <a:extLst>
              <a:ext uri="{FF2B5EF4-FFF2-40B4-BE49-F238E27FC236}">
                <a16:creationId xmlns:a16="http://schemas.microsoft.com/office/drawing/2014/main" id="{AA4391AB-E5E2-A2E8-7C04-A769DFFB7999}"/>
              </a:ext>
            </a:extLst>
          </p:cNvPr>
          <p:cNvSpPr/>
          <p:nvPr/>
        </p:nvSpPr>
        <p:spPr>
          <a:xfrm>
            <a:off x="2887345" y="3700145"/>
            <a:ext cx="676910" cy="676910"/>
          </a:xfrm>
          <a:prstGeom prst="ellipse">
            <a:avLst/>
          </a:prstGeom>
          <a:noFill/>
          <a:ln w="19050" cap="flat" cmpd="sng" algn="ctr">
            <a:solidFill>
              <a:srgbClr val="AE651D"/>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10" name="Straight Connector 9">
            <a:extLst>
              <a:ext uri="{FF2B5EF4-FFF2-40B4-BE49-F238E27FC236}">
                <a16:creationId xmlns:a16="http://schemas.microsoft.com/office/drawing/2014/main" id="{C40F7A03-A425-F927-B0BD-3A86F37B51BD}"/>
              </a:ext>
            </a:extLst>
          </p:cNvPr>
          <p:cNvCxnSpPr/>
          <p:nvPr/>
        </p:nvCxnSpPr>
        <p:spPr>
          <a:xfrm>
            <a:off x="1143000" y="4038600"/>
            <a:ext cx="911225" cy="0"/>
          </a:xfrm>
          <a:prstGeom prst="line">
            <a:avLst/>
          </a:prstGeom>
          <a:ln w="27940">
            <a:solidFill>
              <a:srgbClr val="526477"/>
            </a:solidFill>
            <a:tailEnd type="arrow"/>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9577B269-66E5-1DAA-570D-56847FDE0628}"/>
              </a:ext>
            </a:extLst>
          </p:cNvPr>
          <p:cNvCxnSpPr/>
          <p:nvPr/>
        </p:nvCxnSpPr>
        <p:spPr>
          <a:xfrm flipV="1">
            <a:off x="1143000" y="3127375"/>
            <a:ext cx="0" cy="911225"/>
          </a:xfrm>
          <a:prstGeom prst="line">
            <a:avLst/>
          </a:prstGeom>
          <a:ln w="27940">
            <a:solidFill>
              <a:srgbClr val="526477"/>
            </a:solidFill>
            <a:tailEnd type="arrow"/>
          </a:ln>
        </p:spPr>
        <p:style>
          <a:lnRef idx="2">
            <a:schemeClr val="accent1"/>
          </a:lnRef>
          <a:fillRef idx="0">
            <a:schemeClr val="accent1"/>
          </a:fillRef>
          <a:effectRef idx="1">
            <a:schemeClr val="accent1"/>
          </a:effectRef>
          <a:fontRef idx="minor">
            <a:schemeClr val="tx1"/>
          </a:fontRef>
        </p:style>
      </p:cxnSp>
      <p:sp>
        <p:nvSpPr>
          <p:cNvPr id="12" name="text_11">
            <a:extLst>
              <a:ext uri="{FF2B5EF4-FFF2-40B4-BE49-F238E27FC236}">
                <a16:creationId xmlns:a16="http://schemas.microsoft.com/office/drawing/2014/main" id="{741A9DD4-94B1-0DCE-0621-699A5572432F}"/>
              </a:ext>
            </a:extLst>
          </p:cNvPr>
          <p:cNvSpPr txBox="1"/>
          <p:nvPr/>
        </p:nvSpPr>
        <p:spPr>
          <a:xfrm>
            <a:off x="2054225" y="4076699"/>
            <a:ext cx="406400" cy="4064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x</a:t>
            </a:r>
          </a:p>
        </p:txBody>
      </p:sp>
      <p:sp>
        <p:nvSpPr>
          <p:cNvPr id="13" name="text_12">
            <a:extLst>
              <a:ext uri="{FF2B5EF4-FFF2-40B4-BE49-F238E27FC236}">
                <a16:creationId xmlns:a16="http://schemas.microsoft.com/office/drawing/2014/main" id="{D23D2857-6E3C-E2AF-51F9-F501F7C05D1A}"/>
              </a:ext>
            </a:extLst>
          </p:cNvPr>
          <p:cNvSpPr txBox="1"/>
          <p:nvPr/>
        </p:nvSpPr>
        <p:spPr>
          <a:xfrm>
            <a:off x="812800" y="2873374"/>
            <a:ext cx="381000" cy="4064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y</a:t>
            </a:r>
          </a:p>
        </p:txBody>
      </p:sp>
      <p:cxnSp>
        <p:nvCxnSpPr>
          <p:cNvPr id="14" name="Straight Connector 13">
            <a:extLst>
              <a:ext uri="{FF2B5EF4-FFF2-40B4-BE49-F238E27FC236}">
                <a16:creationId xmlns:a16="http://schemas.microsoft.com/office/drawing/2014/main" id="{6380550A-F194-D152-FBD9-D9FD73C0C93F}"/>
              </a:ext>
            </a:extLst>
          </p:cNvPr>
          <p:cNvCxnSpPr/>
          <p:nvPr/>
        </p:nvCxnSpPr>
        <p:spPr>
          <a:xfrm>
            <a:off x="1143000" y="4038600"/>
            <a:ext cx="1194760" cy="1006332"/>
          </a:xfrm>
          <a:prstGeom prst="line">
            <a:avLst/>
          </a:prstGeom>
          <a:ln w="156210">
            <a:solidFill>
              <a:srgbClr val="2459D3"/>
            </a:solidFill>
          </a:ln>
        </p:spPr>
        <p:style>
          <a:lnRef idx="2">
            <a:schemeClr val="accent1"/>
          </a:lnRef>
          <a:fillRef idx="0">
            <a:schemeClr val="accent1"/>
          </a:fillRef>
          <a:effectRef idx="1">
            <a:schemeClr val="accent1"/>
          </a:effectRef>
          <a:fontRef idx="minor">
            <a:schemeClr val="tx1"/>
          </a:fontRef>
        </p:style>
      </p:cxnSp>
      <p:sp>
        <p:nvSpPr>
          <p:cNvPr id="15" name="Oval 14">
            <a:extLst>
              <a:ext uri="{FF2B5EF4-FFF2-40B4-BE49-F238E27FC236}">
                <a16:creationId xmlns:a16="http://schemas.microsoft.com/office/drawing/2014/main" id="{CA03E571-8596-B40D-7315-42991ABFAE56}"/>
              </a:ext>
            </a:extLst>
          </p:cNvPr>
          <p:cNvSpPr/>
          <p:nvPr/>
        </p:nvSpPr>
        <p:spPr>
          <a:xfrm>
            <a:off x="1064895" y="3960495"/>
            <a:ext cx="156210" cy="15621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6" name="Oval 15">
            <a:extLst>
              <a:ext uri="{FF2B5EF4-FFF2-40B4-BE49-F238E27FC236}">
                <a16:creationId xmlns:a16="http://schemas.microsoft.com/office/drawing/2014/main" id="{FD7397DB-AB22-7B4C-D244-B810F041902A}"/>
              </a:ext>
            </a:extLst>
          </p:cNvPr>
          <p:cNvSpPr/>
          <p:nvPr/>
        </p:nvSpPr>
        <p:spPr>
          <a:xfrm>
            <a:off x="2259655" y="4966827"/>
            <a:ext cx="156210" cy="15621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17" name="Straight Connector 16">
            <a:extLst>
              <a:ext uri="{FF2B5EF4-FFF2-40B4-BE49-F238E27FC236}">
                <a16:creationId xmlns:a16="http://schemas.microsoft.com/office/drawing/2014/main" id="{E8D527FC-1DBC-C700-399D-55B6BE1CBD1B}"/>
              </a:ext>
            </a:extLst>
          </p:cNvPr>
          <p:cNvCxnSpPr/>
          <p:nvPr/>
        </p:nvCxnSpPr>
        <p:spPr>
          <a:xfrm>
            <a:off x="2337760" y="5044932"/>
            <a:ext cx="1036197" cy="103967"/>
          </a:xfrm>
          <a:prstGeom prst="line">
            <a:avLst/>
          </a:prstGeom>
          <a:ln w="156210">
            <a:solidFill>
              <a:srgbClr val="E88932"/>
            </a:solidFill>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EEE2E529-0D88-CDC4-2500-F5233E799987}"/>
              </a:ext>
            </a:extLst>
          </p:cNvPr>
          <p:cNvSpPr/>
          <p:nvPr/>
        </p:nvSpPr>
        <p:spPr>
          <a:xfrm>
            <a:off x="2259655" y="4966827"/>
            <a:ext cx="156210" cy="156210"/>
          </a:xfrm>
          <a:prstGeom prst="ellipse">
            <a:avLst/>
          </a:prstGeom>
          <a:solidFill>
            <a:srgbClr val="E889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9" name="Oval 18">
            <a:extLst>
              <a:ext uri="{FF2B5EF4-FFF2-40B4-BE49-F238E27FC236}">
                <a16:creationId xmlns:a16="http://schemas.microsoft.com/office/drawing/2014/main" id="{14C6B7A0-A886-5B2D-10E0-8FB55501BEB4}"/>
              </a:ext>
            </a:extLst>
          </p:cNvPr>
          <p:cNvSpPr/>
          <p:nvPr/>
        </p:nvSpPr>
        <p:spPr>
          <a:xfrm>
            <a:off x="3295852" y="5070794"/>
            <a:ext cx="156210" cy="156210"/>
          </a:xfrm>
          <a:prstGeom prst="ellipse">
            <a:avLst/>
          </a:prstGeom>
          <a:solidFill>
            <a:srgbClr val="E889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0" name="Oval 19">
            <a:extLst>
              <a:ext uri="{FF2B5EF4-FFF2-40B4-BE49-F238E27FC236}">
                <a16:creationId xmlns:a16="http://schemas.microsoft.com/office/drawing/2014/main" id="{9D1691DC-3ADC-F689-ED82-3668C352C60A}"/>
              </a:ext>
            </a:extLst>
          </p:cNvPr>
          <p:cNvSpPr/>
          <p:nvPr/>
        </p:nvSpPr>
        <p:spPr>
          <a:xfrm>
            <a:off x="1054100" y="3949700"/>
            <a:ext cx="177800" cy="177800"/>
          </a:xfrm>
          <a:prstGeom prst="ellipse">
            <a:avLst/>
          </a:prstGeom>
          <a:solidFill>
            <a:srgbClr val="1528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1" name="Rectangle 20">
            <a:extLst>
              <a:ext uri="{FF2B5EF4-FFF2-40B4-BE49-F238E27FC236}">
                <a16:creationId xmlns:a16="http://schemas.microsoft.com/office/drawing/2014/main" id="{528C16C9-137E-683E-7F43-4D080E8CD62C}"/>
              </a:ext>
            </a:extLst>
          </p:cNvPr>
          <p:cNvSpPr/>
          <p:nvPr/>
        </p:nvSpPr>
        <p:spPr>
          <a:xfrm>
            <a:off x="7670800" y="2603500"/>
            <a:ext cx="2654300" cy="26543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2" name="Rectangle 21">
            <a:extLst>
              <a:ext uri="{FF2B5EF4-FFF2-40B4-BE49-F238E27FC236}">
                <a16:creationId xmlns:a16="http://schemas.microsoft.com/office/drawing/2014/main" id="{18411C43-6EA6-72CF-B9CA-867B9CBCFD40}"/>
              </a:ext>
            </a:extLst>
          </p:cNvPr>
          <p:cNvSpPr/>
          <p:nvPr/>
        </p:nvSpPr>
        <p:spPr>
          <a:xfrm>
            <a:off x="8626348" y="3240532"/>
            <a:ext cx="107442" cy="107442"/>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3" name="Rectangle 22">
            <a:extLst>
              <a:ext uri="{FF2B5EF4-FFF2-40B4-BE49-F238E27FC236}">
                <a16:creationId xmlns:a16="http://schemas.microsoft.com/office/drawing/2014/main" id="{65C8F7B3-70A1-EE27-37B4-D39D8F922163}"/>
              </a:ext>
            </a:extLst>
          </p:cNvPr>
          <p:cNvSpPr/>
          <p:nvPr/>
        </p:nvSpPr>
        <p:spPr>
          <a:xfrm>
            <a:off x="8732520" y="3240532"/>
            <a:ext cx="107442" cy="107442"/>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4" name="Rectangle 23">
            <a:extLst>
              <a:ext uri="{FF2B5EF4-FFF2-40B4-BE49-F238E27FC236}">
                <a16:creationId xmlns:a16="http://schemas.microsoft.com/office/drawing/2014/main" id="{43E0A4DA-27C0-D82F-E541-7F8716C8FE76}"/>
              </a:ext>
            </a:extLst>
          </p:cNvPr>
          <p:cNvSpPr/>
          <p:nvPr/>
        </p:nvSpPr>
        <p:spPr>
          <a:xfrm>
            <a:off x="8732520" y="3346704"/>
            <a:ext cx="107442" cy="107442"/>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5" name="Rectangle 24">
            <a:extLst>
              <a:ext uri="{FF2B5EF4-FFF2-40B4-BE49-F238E27FC236}">
                <a16:creationId xmlns:a16="http://schemas.microsoft.com/office/drawing/2014/main" id="{3319FECF-02AC-593B-5CB7-43A0ED8D816C}"/>
              </a:ext>
            </a:extLst>
          </p:cNvPr>
          <p:cNvSpPr/>
          <p:nvPr/>
        </p:nvSpPr>
        <p:spPr>
          <a:xfrm>
            <a:off x="8838692" y="3346704"/>
            <a:ext cx="107443" cy="107442"/>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6" name="Rectangle 25">
            <a:extLst>
              <a:ext uri="{FF2B5EF4-FFF2-40B4-BE49-F238E27FC236}">
                <a16:creationId xmlns:a16="http://schemas.microsoft.com/office/drawing/2014/main" id="{F99FACE5-65A3-8B33-3816-5935F6214303}"/>
              </a:ext>
            </a:extLst>
          </p:cNvPr>
          <p:cNvSpPr/>
          <p:nvPr/>
        </p:nvSpPr>
        <p:spPr>
          <a:xfrm>
            <a:off x="8732520" y="3452876"/>
            <a:ext cx="107442" cy="107442"/>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7" name="Rectangle 26">
            <a:extLst>
              <a:ext uri="{FF2B5EF4-FFF2-40B4-BE49-F238E27FC236}">
                <a16:creationId xmlns:a16="http://schemas.microsoft.com/office/drawing/2014/main" id="{08AE5888-1E69-1B76-AF67-A7FD587ED1EA}"/>
              </a:ext>
            </a:extLst>
          </p:cNvPr>
          <p:cNvSpPr/>
          <p:nvPr/>
        </p:nvSpPr>
        <p:spPr>
          <a:xfrm>
            <a:off x="8838692" y="3452876"/>
            <a:ext cx="107443" cy="107442"/>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8" name="Rectangle 27">
            <a:extLst>
              <a:ext uri="{FF2B5EF4-FFF2-40B4-BE49-F238E27FC236}">
                <a16:creationId xmlns:a16="http://schemas.microsoft.com/office/drawing/2014/main" id="{3BB76F33-0B24-AFC3-74C2-6B4869E6CA16}"/>
              </a:ext>
            </a:extLst>
          </p:cNvPr>
          <p:cNvSpPr/>
          <p:nvPr/>
        </p:nvSpPr>
        <p:spPr>
          <a:xfrm>
            <a:off x="8838692" y="3559048"/>
            <a:ext cx="107443" cy="107442"/>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9" name="Rectangle 28">
            <a:extLst>
              <a:ext uri="{FF2B5EF4-FFF2-40B4-BE49-F238E27FC236}">
                <a16:creationId xmlns:a16="http://schemas.microsoft.com/office/drawing/2014/main" id="{C2739E15-0BA4-BDF7-E39A-AF1257EE9F78}"/>
              </a:ext>
            </a:extLst>
          </p:cNvPr>
          <p:cNvSpPr/>
          <p:nvPr/>
        </p:nvSpPr>
        <p:spPr>
          <a:xfrm>
            <a:off x="8944864" y="3559048"/>
            <a:ext cx="107442" cy="107442"/>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0" name="Rectangle 29">
            <a:extLst>
              <a:ext uri="{FF2B5EF4-FFF2-40B4-BE49-F238E27FC236}">
                <a16:creationId xmlns:a16="http://schemas.microsoft.com/office/drawing/2014/main" id="{F3846FE2-28B1-D1AA-9B88-A1786257B694}"/>
              </a:ext>
            </a:extLst>
          </p:cNvPr>
          <p:cNvSpPr/>
          <p:nvPr/>
        </p:nvSpPr>
        <p:spPr>
          <a:xfrm>
            <a:off x="8838692" y="3665220"/>
            <a:ext cx="107443" cy="107442"/>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1" name="Rectangle 30">
            <a:extLst>
              <a:ext uri="{FF2B5EF4-FFF2-40B4-BE49-F238E27FC236}">
                <a16:creationId xmlns:a16="http://schemas.microsoft.com/office/drawing/2014/main" id="{FD8B8B61-F92E-2DC7-55FC-BD4DFC5F93BE}"/>
              </a:ext>
            </a:extLst>
          </p:cNvPr>
          <p:cNvSpPr/>
          <p:nvPr/>
        </p:nvSpPr>
        <p:spPr>
          <a:xfrm>
            <a:off x="8944864" y="3665220"/>
            <a:ext cx="107442" cy="107442"/>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2" name="Rectangle 31">
            <a:extLst>
              <a:ext uri="{FF2B5EF4-FFF2-40B4-BE49-F238E27FC236}">
                <a16:creationId xmlns:a16="http://schemas.microsoft.com/office/drawing/2014/main" id="{EC5CD852-4719-BD2A-F92D-E3168ED7C903}"/>
              </a:ext>
            </a:extLst>
          </p:cNvPr>
          <p:cNvSpPr/>
          <p:nvPr/>
        </p:nvSpPr>
        <p:spPr>
          <a:xfrm>
            <a:off x="8838692" y="3771392"/>
            <a:ext cx="107443" cy="107442"/>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3" name="Rectangle 32">
            <a:extLst>
              <a:ext uri="{FF2B5EF4-FFF2-40B4-BE49-F238E27FC236}">
                <a16:creationId xmlns:a16="http://schemas.microsoft.com/office/drawing/2014/main" id="{AC575960-1FB9-39E2-AFEE-D266861925E3}"/>
              </a:ext>
            </a:extLst>
          </p:cNvPr>
          <p:cNvSpPr/>
          <p:nvPr/>
        </p:nvSpPr>
        <p:spPr>
          <a:xfrm>
            <a:off x="8944864" y="3771392"/>
            <a:ext cx="107442" cy="107442"/>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4" name="Rectangle 33">
            <a:extLst>
              <a:ext uri="{FF2B5EF4-FFF2-40B4-BE49-F238E27FC236}">
                <a16:creationId xmlns:a16="http://schemas.microsoft.com/office/drawing/2014/main" id="{B4D0273B-51AF-7687-B281-FD0BA3FC38C1}"/>
              </a:ext>
            </a:extLst>
          </p:cNvPr>
          <p:cNvSpPr/>
          <p:nvPr/>
        </p:nvSpPr>
        <p:spPr>
          <a:xfrm>
            <a:off x="8944864" y="3877564"/>
            <a:ext cx="107442" cy="107442"/>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5" name="Rectangle 34">
            <a:extLst>
              <a:ext uri="{FF2B5EF4-FFF2-40B4-BE49-F238E27FC236}">
                <a16:creationId xmlns:a16="http://schemas.microsoft.com/office/drawing/2014/main" id="{AC1F506A-D308-C49D-C3BB-9BBFDDF0398C}"/>
              </a:ext>
            </a:extLst>
          </p:cNvPr>
          <p:cNvSpPr/>
          <p:nvPr/>
        </p:nvSpPr>
        <p:spPr>
          <a:xfrm>
            <a:off x="8944864" y="3983736"/>
            <a:ext cx="107442" cy="107442"/>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6" name="Rectangle 35">
            <a:extLst>
              <a:ext uri="{FF2B5EF4-FFF2-40B4-BE49-F238E27FC236}">
                <a16:creationId xmlns:a16="http://schemas.microsoft.com/office/drawing/2014/main" id="{51FEABD6-5172-5026-4935-025239DDCB78}"/>
              </a:ext>
            </a:extLst>
          </p:cNvPr>
          <p:cNvSpPr/>
          <p:nvPr/>
        </p:nvSpPr>
        <p:spPr>
          <a:xfrm>
            <a:off x="9051036" y="3983736"/>
            <a:ext cx="107442" cy="107442"/>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7" name="Rectangle 36">
            <a:extLst>
              <a:ext uri="{FF2B5EF4-FFF2-40B4-BE49-F238E27FC236}">
                <a16:creationId xmlns:a16="http://schemas.microsoft.com/office/drawing/2014/main" id="{F782F3F6-829F-5BBD-AF7B-5A4655F16AB7}"/>
              </a:ext>
            </a:extLst>
          </p:cNvPr>
          <p:cNvSpPr/>
          <p:nvPr/>
        </p:nvSpPr>
        <p:spPr>
          <a:xfrm>
            <a:off x="8944864" y="4089908"/>
            <a:ext cx="107442" cy="107442"/>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8" name="Rectangle 37">
            <a:extLst>
              <a:ext uri="{FF2B5EF4-FFF2-40B4-BE49-F238E27FC236}">
                <a16:creationId xmlns:a16="http://schemas.microsoft.com/office/drawing/2014/main" id="{576C285B-B294-6693-B8FB-525EAEAF21F5}"/>
              </a:ext>
            </a:extLst>
          </p:cNvPr>
          <p:cNvSpPr/>
          <p:nvPr/>
        </p:nvSpPr>
        <p:spPr>
          <a:xfrm>
            <a:off x="9051036" y="4089908"/>
            <a:ext cx="107442" cy="107442"/>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9" name="Rectangle 38">
            <a:extLst>
              <a:ext uri="{FF2B5EF4-FFF2-40B4-BE49-F238E27FC236}">
                <a16:creationId xmlns:a16="http://schemas.microsoft.com/office/drawing/2014/main" id="{FF44E9F7-CE66-3FBD-8461-DC09D12C9F85}"/>
              </a:ext>
            </a:extLst>
          </p:cNvPr>
          <p:cNvSpPr/>
          <p:nvPr/>
        </p:nvSpPr>
        <p:spPr>
          <a:xfrm>
            <a:off x="8944864" y="4196080"/>
            <a:ext cx="107442" cy="107442"/>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0" name="Rectangle 39">
            <a:extLst>
              <a:ext uri="{FF2B5EF4-FFF2-40B4-BE49-F238E27FC236}">
                <a16:creationId xmlns:a16="http://schemas.microsoft.com/office/drawing/2014/main" id="{AC703257-9038-A45A-F363-C9641E36C802}"/>
              </a:ext>
            </a:extLst>
          </p:cNvPr>
          <p:cNvSpPr/>
          <p:nvPr/>
        </p:nvSpPr>
        <p:spPr>
          <a:xfrm>
            <a:off x="9051036" y="4196080"/>
            <a:ext cx="107442" cy="107442"/>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1" name="Rectangle 40">
            <a:extLst>
              <a:ext uri="{FF2B5EF4-FFF2-40B4-BE49-F238E27FC236}">
                <a16:creationId xmlns:a16="http://schemas.microsoft.com/office/drawing/2014/main" id="{A07B2AFC-1565-A77F-DFDC-13DF990293B9}"/>
              </a:ext>
            </a:extLst>
          </p:cNvPr>
          <p:cNvSpPr/>
          <p:nvPr/>
        </p:nvSpPr>
        <p:spPr>
          <a:xfrm>
            <a:off x="9051036" y="4302252"/>
            <a:ext cx="107442" cy="107442"/>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2" name="Rectangle 41">
            <a:extLst>
              <a:ext uri="{FF2B5EF4-FFF2-40B4-BE49-F238E27FC236}">
                <a16:creationId xmlns:a16="http://schemas.microsoft.com/office/drawing/2014/main" id="{FDC91501-3339-26A3-1499-B6C73752A61B}"/>
              </a:ext>
            </a:extLst>
          </p:cNvPr>
          <p:cNvSpPr/>
          <p:nvPr/>
        </p:nvSpPr>
        <p:spPr>
          <a:xfrm>
            <a:off x="9157208" y="4302252"/>
            <a:ext cx="107442" cy="107442"/>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3" name="Rectangle 42">
            <a:extLst>
              <a:ext uri="{FF2B5EF4-FFF2-40B4-BE49-F238E27FC236}">
                <a16:creationId xmlns:a16="http://schemas.microsoft.com/office/drawing/2014/main" id="{F628663A-22DC-3901-4A7F-5C94787A1975}"/>
              </a:ext>
            </a:extLst>
          </p:cNvPr>
          <p:cNvSpPr/>
          <p:nvPr/>
        </p:nvSpPr>
        <p:spPr>
          <a:xfrm>
            <a:off x="9051036" y="4408424"/>
            <a:ext cx="107442" cy="107442"/>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4" name="Rectangle 43">
            <a:extLst>
              <a:ext uri="{FF2B5EF4-FFF2-40B4-BE49-F238E27FC236}">
                <a16:creationId xmlns:a16="http://schemas.microsoft.com/office/drawing/2014/main" id="{0AE1AB2E-823B-5761-4EA3-2F25DF037B85}"/>
              </a:ext>
            </a:extLst>
          </p:cNvPr>
          <p:cNvSpPr/>
          <p:nvPr/>
        </p:nvSpPr>
        <p:spPr>
          <a:xfrm>
            <a:off x="9157208" y="4408424"/>
            <a:ext cx="107442" cy="107442"/>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5" name="Rectangle 44">
            <a:extLst>
              <a:ext uri="{FF2B5EF4-FFF2-40B4-BE49-F238E27FC236}">
                <a16:creationId xmlns:a16="http://schemas.microsoft.com/office/drawing/2014/main" id="{83FC6CBC-BE83-2096-08F4-BF968F13EB93}"/>
              </a:ext>
            </a:extLst>
          </p:cNvPr>
          <p:cNvSpPr/>
          <p:nvPr/>
        </p:nvSpPr>
        <p:spPr>
          <a:xfrm>
            <a:off x="9157208" y="4514596"/>
            <a:ext cx="107442" cy="107442"/>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6" name="Rectangle 45">
            <a:extLst>
              <a:ext uri="{FF2B5EF4-FFF2-40B4-BE49-F238E27FC236}">
                <a16:creationId xmlns:a16="http://schemas.microsoft.com/office/drawing/2014/main" id="{32BAF04B-A9A8-23C4-19B0-8ECBC0D4B5D9}"/>
              </a:ext>
            </a:extLst>
          </p:cNvPr>
          <p:cNvSpPr/>
          <p:nvPr/>
        </p:nvSpPr>
        <p:spPr>
          <a:xfrm>
            <a:off x="9263380" y="4514596"/>
            <a:ext cx="107443" cy="107442"/>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47" name="Straight Connector 46">
            <a:extLst>
              <a:ext uri="{FF2B5EF4-FFF2-40B4-BE49-F238E27FC236}">
                <a16:creationId xmlns:a16="http://schemas.microsoft.com/office/drawing/2014/main" id="{AB1629AA-AE78-75C1-4678-4C3C77D95C59}"/>
              </a:ext>
            </a:extLst>
          </p:cNvPr>
          <p:cNvCxnSpPr/>
          <p:nvPr/>
        </p:nvCxnSpPr>
        <p:spPr>
          <a:xfrm>
            <a:off x="7670800" y="2603500"/>
            <a:ext cx="26543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C3752546-A4D1-3A73-3D09-CE9FA1A4989D}"/>
              </a:ext>
            </a:extLst>
          </p:cNvPr>
          <p:cNvCxnSpPr/>
          <p:nvPr/>
        </p:nvCxnSpPr>
        <p:spPr>
          <a:xfrm>
            <a:off x="7670800" y="5257800"/>
            <a:ext cx="26543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A351E686-B6D3-3410-061D-928CFD003D3E}"/>
              </a:ext>
            </a:extLst>
          </p:cNvPr>
          <p:cNvCxnSpPr/>
          <p:nvPr/>
        </p:nvCxnSpPr>
        <p:spPr>
          <a:xfrm>
            <a:off x="7670800" y="2603500"/>
            <a:ext cx="0" cy="265430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DCE3341D-438B-59B6-98A3-CD6E164A8C40}"/>
              </a:ext>
            </a:extLst>
          </p:cNvPr>
          <p:cNvCxnSpPr/>
          <p:nvPr/>
        </p:nvCxnSpPr>
        <p:spPr>
          <a:xfrm>
            <a:off x="10325100" y="2603500"/>
            <a:ext cx="0" cy="265430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8244949E-A40E-11FD-E042-90FA899A8FB3}"/>
              </a:ext>
            </a:extLst>
          </p:cNvPr>
          <p:cNvCxnSpPr/>
          <p:nvPr/>
        </p:nvCxnSpPr>
        <p:spPr>
          <a:xfrm>
            <a:off x="8997950" y="2603500"/>
            <a:ext cx="0" cy="2654300"/>
          </a:xfrm>
          <a:prstGeom prst="line">
            <a:avLst/>
          </a:prstGeom>
          <a:ln w="27940">
            <a:solidFill>
              <a:srgbClr val="D7E0E9"/>
            </a:solidFill>
            <a:prstDash val="dash"/>
          </a:ln>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CF0B3EEE-275D-3C59-6FE2-5DDE9BE50142}"/>
              </a:ext>
            </a:extLst>
          </p:cNvPr>
          <p:cNvCxnSpPr/>
          <p:nvPr/>
        </p:nvCxnSpPr>
        <p:spPr>
          <a:xfrm>
            <a:off x="7670800" y="3930650"/>
            <a:ext cx="2654300" cy="0"/>
          </a:xfrm>
          <a:prstGeom prst="line">
            <a:avLst/>
          </a:prstGeom>
          <a:ln w="27940">
            <a:solidFill>
              <a:srgbClr val="D7E0E9"/>
            </a:solidFill>
            <a:prstDash val="dash"/>
          </a:ln>
        </p:spPr>
        <p:style>
          <a:lnRef idx="2">
            <a:schemeClr val="accent1"/>
          </a:lnRef>
          <a:fillRef idx="0">
            <a:schemeClr val="accent1"/>
          </a:fillRef>
          <a:effectRef idx="1">
            <a:schemeClr val="accent1"/>
          </a:effectRef>
          <a:fontRef idx="minor">
            <a:schemeClr val="tx1"/>
          </a:fontRef>
        </p:style>
      </p:cxnSp>
      <p:sp>
        <p:nvSpPr>
          <p:cNvPr id="53" name="text_52">
            <a:extLst>
              <a:ext uri="{FF2B5EF4-FFF2-40B4-BE49-F238E27FC236}">
                <a16:creationId xmlns:a16="http://schemas.microsoft.com/office/drawing/2014/main" id="{32FE9E99-385D-F857-AFB3-9266F628253F}"/>
              </a:ext>
            </a:extLst>
          </p:cNvPr>
          <p:cNvSpPr txBox="1"/>
          <p:nvPr/>
        </p:nvSpPr>
        <p:spPr>
          <a:xfrm>
            <a:off x="8642350" y="5321299"/>
            <a:ext cx="1524000" cy="4064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q₁ (rad)</a:t>
            </a:r>
          </a:p>
        </p:txBody>
      </p:sp>
      <p:sp>
        <p:nvSpPr>
          <p:cNvPr id="54" name="text_53">
            <a:extLst>
              <a:ext uri="{FF2B5EF4-FFF2-40B4-BE49-F238E27FC236}">
                <a16:creationId xmlns:a16="http://schemas.microsoft.com/office/drawing/2014/main" id="{3EBC6C60-0619-0C61-FFF7-E7389B349A44}"/>
              </a:ext>
            </a:extLst>
          </p:cNvPr>
          <p:cNvSpPr txBox="1"/>
          <p:nvPr/>
        </p:nvSpPr>
        <p:spPr>
          <a:xfrm>
            <a:off x="7162800" y="2539999"/>
            <a:ext cx="482600" cy="431800"/>
          </a:xfrm>
          <a:prstGeom prst="rect">
            <a:avLst/>
          </a:prstGeom>
          <a:noFill/>
        </p:spPr>
        <p:txBody>
          <a:bodyPr vert="horz" wrap="square" lIns="0" tIns="0" rIns="0" bIns="0" rtlCol="0" anchor="t">
            <a:noAutofit/>
          </a:bodyPr>
          <a:lstStyle/>
          <a:p>
            <a:r>
              <a:rPr lang="el-GR" sz="2400">
                <a:solidFill>
                  <a:srgbClr val="526477"/>
                </a:solidFill>
                <a:latin typeface="Aptos" panose="020B0004020202020204" pitchFamily="34" charset="0"/>
              </a:rPr>
              <a:t>π</a:t>
            </a:r>
            <a:endParaRPr lang="en-IL" sz="2400">
              <a:solidFill>
                <a:srgbClr val="526477"/>
              </a:solidFill>
              <a:latin typeface="Aptos" panose="020B0004020202020204" pitchFamily="34" charset="0"/>
            </a:endParaRPr>
          </a:p>
        </p:txBody>
      </p:sp>
      <p:sp>
        <p:nvSpPr>
          <p:cNvPr id="55" name="text_54">
            <a:extLst>
              <a:ext uri="{FF2B5EF4-FFF2-40B4-BE49-F238E27FC236}">
                <a16:creationId xmlns:a16="http://schemas.microsoft.com/office/drawing/2014/main" id="{CA4CF7D8-7B27-0333-D5AB-C2231C73A3F8}"/>
              </a:ext>
            </a:extLst>
          </p:cNvPr>
          <p:cNvSpPr txBox="1"/>
          <p:nvPr/>
        </p:nvSpPr>
        <p:spPr>
          <a:xfrm>
            <a:off x="7061200" y="4940299"/>
            <a:ext cx="546100" cy="431800"/>
          </a:xfrm>
          <a:prstGeom prst="rect">
            <a:avLst/>
          </a:prstGeom>
          <a:noFill/>
        </p:spPr>
        <p:txBody>
          <a:bodyPr vert="horz" wrap="square" lIns="0" tIns="0" rIns="0" bIns="0" rtlCol="0" anchor="t">
            <a:noAutofit/>
          </a:bodyPr>
          <a:lstStyle/>
          <a:p>
            <a:r>
              <a:rPr lang="el-GR" sz="2400">
                <a:solidFill>
                  <a:srgbClr val="526477"/>
                </a:solidFill>
                <a:latin typeface="Aptos" panose="020B0004020202020204" pitchFamily="34" charset="0"/>
              </a:rPr>
              <a:t>−π</a:t>
            </a:r>
            <a:endParaRPr lang="en-IL" sz="2400">
              <a:solidFill>
                <a:srgbClr val="526477"/>
              </a:solidFill>
              <a:latin typeface="Aptos" panose="020B0004020202020204" pitchFamily="34" charset="0"/>
            </a:endParaRPr>
          </a:p>
        </p:txBody>
      </p:sp>
      <p:sp>
        <p:nvSpPr>
          <p:cNvPr id="56" name="text_55">
            <a:extLst>
              <a:ext uri="{FF2B5EF4-FFF2-40B4-BE49-F238E27FC236}">
                <a16:creationId xmlns:a16="http://schemas.microsoft.com/office/drawing/2014/main" id="{75463CC1-8EB3-5FE0-9F90-346F6205C971}"/>
              </a:ext>
            </a:extLst>
          </p:cNvPr>
          <p:cNvSpPr txBox="1"/>
          <p:nvPr/>
        </p:nvSpPr>
        <p:spPr>
          <a:xfrm>
            <a:off x="10414000" y="2628899"/>
            <a:ext cx="1143000" cy="4064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q₂</a:t>
            </a:r>
          </a:p>
        </p:txBody>
      </p:sp>
      <p:cxnSp>
        <p:nvCxnSpPr>
          <p:cNvPr id="57" name="Straight Connector 56">
            <a:extLst>
              <a:ext uri="{FF2B5EF4-FFF2-40B4-BE49-F238E27FC236}">
                <a16:creationId xmlns:a16="http://schemas.microsoft.com/office/drawing/2014/main" id="{502F75F0-7F22-9328-7DD3-03BAECC82E7A}"/>
              </a:ext>
            </a:extLst>
          </p:cNvPr>
          <p:cNvCxnSpPr/>
          <p:nvPr/>
        </p:nvCxnSpPr>
        <p:spPr>
          <a:xfrm>
            <a:off x="8237549" y="3128005"/>
            <a:ext cx="316834" cy="126733"/>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579BC59E-067F-CF2A-8A1D-70100FD8AE65}"/>
              </a:ext>
            </a:extLst>
          </p:cNvPr>
          <p:cNvCxnSpPr/>
          <p:nvPr/>
        </p:nvCxnSpPr>
        <p:spPr>
          <a:xfrm>
            <a:off x="8237549" y="3128005"/>
            <a:ext cx="549178"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9521076E-6F09-BD71-7BF7-05329144D506}"/>
              </a:ext>
            </a:extLst>
          </p:cNvPr>
          <p:cNvCxnSpPr/>
          <p:nvPr/>
        </p:nvCxnSpPr>
        <p:spPr>
          <a:xfrm flipH="1">
            <a:off x="8026326" y="3128005"/>
            <a:ext cx="211223" cy="633667"/>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1AAC0DC9-3182-46EC-FC0F-CB1C77B77022}"/>
              </a:ext>
            </a:extLst>
          </p:cNvPr>
          <p:cNvCxnSpPr/>
          <p:nvPr/>
        </p:nvCxnSpPr>
        <p:spPr>
          <a:xfrm>
            <a:off x="8237549" y="3128005"/>
            <a:ext cx="422445" cy="549178"/>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C9F30D84-FD4E-8A86-FA26-A5AC80636D03}"/>
              </a:ext>
            </a:extLst>
          </p:cNvPr>
          <p:cNvCxnSpPr/>
          <p:nvPr/>
        </p:nvCxnSpPr>
        <p:spPr>
          <a:xfrm>
            <a:off x="8554383" y="3254738"/>
            <a:ext cx="105611" cy="422445"/>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9F0A0B5D-A3C0-C9F9-73C8-6AAFBF104AF6}"/>
              </a:ext>
            </a:extLst>
          </p:cNvPr>
          <p:cNvCxnSpPr/>
          <p:nvPr/>
        </p:nvCxnSpPr>
        <p:spPr>
          <a:xfrm flipV="1">
            <a:off x="8786727" y="3085760"/>
            <a:ext cx="190101" cy="42245"/>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354E68C3-4B44-98A9-1AB6-C962E2BFCD43}"/>
              </a:ext>
            </a:extLst>
          </p:cNvPr>
          <p:cNvCxnSpPr/>
          <p:nvPr/>
        </p:nvCxnSpPr>
        <p:spPr>
          <a:xfrm flipV="1">
            <a:off x="8786727" y="3001271"/>
            <a:ext cx="295712" cy="126734"/>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F8484E92-7DD8-55A2-17E0-CA00A2CA1210}"/>
              </a:ext>
            </a:extLst>
          </p:cNvPr>
          <p:cNvCxnSpPr/>
          <p:nvPr/>
        </p:nvCxnSpPr>
        <p:spPr>
          <a:xfrm>
            <a:off x="8786727" y="3128005"/>
            <a:ext cx="380201" cy="295711"/>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09AB09DA-F2FB-7430-49BE-26CE0534CBC8}"/>
              </a:ext>
            </a:extLst>
          </p:cNvPr>
          <p:cNvCxnSpPr/>
          <p:nvPr/>
        </p:nvCxnSpPr>
        <p:spPr>
          <a:xfrm flipV="1">
            <a:off x="8976828" y="3001271"/>
            <a:ext cx="105611" cy="84489"/>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A94549B9-462D-A78A-E196-D47BE53BE882}"/>
              </a:ext>
            </a:extLst>
          </p:cNvPr>
          <p:cNvCxnSpPr/>
          <p:nvPr/>
        </p:nvCxnSpPr>
        <p:spPr>
          <a:xfrm>
            <a:off x="8976828" y="3085760"/>
            <a:ext cx="190100" cy="337956"/>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id="{7B45635E-38AE-3024-D9E5-93450159228D}"/>
              </a:ext>
            </a:extLst>
          </p:cNvPr>
          <p:cNvCxnSpPr/>
          <p:nvPr/>
        </p:nvCxnSpPr>
        <p:spPr>
          <a:xfrm>
            <a:off x="9082439" y="3001271"/>
            <a:ext cx="84489" cy="422445"/>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a16="http://schemas.microsoft.com/office/drawing/2014/main" id="{EB270CAB-07DF-CD8D-7003-94FE471034CA}"/>
              </a:ext>
            </a:extLst>
          </p:cNvPr>
          <p:cNvCxnSpPr/>
          <p:nvPr/>
        </p:nvCxnSpPr>
        <p:spPr>
          <a:xfrm>
            <a:off x="9166928" y="3423716"/>
            <a:ext cx="84489" cy="211223"/>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1BBBA734-7D33-A4E1-B9A4-25A342F059B5}"/>
              </a:ext>
            </a:extLst>
          </p:cNvPr>
          <p:cNvCxnSpPr/>
          <p:nvPr/>
        </p:nvCxnSpPr>
        <p:spPr>
          <a:xfrm>
            <a:off x="9251417" y="3634939"/>
            <a:ext cx="84489" cy="337955"/>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5B225077-B419-8F83-81C0-825A13BA3E6C}"/>
              </a:ext>
            </a:extLst>
          </p:cNvPr>
          <p:cNvCxnSpPr/>
          <p:nvPr/>
        </p:nvCxnSpPr>
        <p:spPr>
          <a:xfrm>
            <a:off x="9251417" y="3634939"/>
            <a:ext cx="126734" cy="591422"/>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71" name="Straight Connector 70">
            <a:extLst>
              <a:ext uri="{FF2B5EF4-FFF2-40B4-BE49-F238E27FC236}">
                <a16:creationId xmlns:a16="http://schemas.microsoft.com/office/drawing/2014/main" id="{87576B44-6B1C-5BFE-2C05-617EFA322FBA}"/>
              </a:ext>
            </a:extLst>
          </p:cNvPr>
          <p:cNvCxnSpPr/>
          <p:nvPr/>
        </p:nvCxnSpPr>
        <p:spPr>
          <a:xfrm>
            <a:off x="9335906" y="3972894"/>
            <a:ext cx="42245" cy="253467"/>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9E0CF6E5-EEBB-416F-43E8-4A7DDDFDA506}"/>
              </a:ext>
            </a:extLst>
          </p:cNvPr>
          <p:cNvCxnSpPr/>
          <p:nvPr/>
        </p:nvCxnSpPr>
        <p:spPr>
          <a:xfrm>
            <a:off x="9166928" y="3423716"/>
            <a:ext cx="168978" cy="549178"/>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E1F769EF-3D50-0241-54B9-BA535DB70527}"/>
              </a:ext>
            </a:extLst>
          </p:cNvPr>
          <p:cNvCxnSpPr/>
          <p:nvPr/>
        </p:nvCxnSpPr>
        <p:spPr>
          <a:xfrm>
            <a:off x="9335906" y="3972894"/>
            <a:ext cx="295712" cy="506934"/>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74" name="Straight Connector 73">
            <a:extLst>
              <a:ext uri="{FF2B5EF4-FFF2-40B4-BE49-F238E27FC236}">
                <a16:creationId xmlns:a16="http://schemas.microsoft.com/office/drawing/2014/main" id="{C2D61AAA-B285-D460-BC09-3C80E140561C}"/>
              </a:ext>
            </a:extLst>
          </p:cNvPr>
          <p:cNvCxnSpPr/>
          <p:nvPr/>
        </p:nvCxnSpPr>
        <p:spPr>
          <a:xfrm>
            <a:off x="9378151" y="4226361"/>
            <a:ext cx="253467" cy="253467"/>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75" name="Straight Connector 74">
            <a:extLst>
              <a:ext uri="{FF2B5EF4-FFF2-40B4-BE49-F238E27FC236}">
                <a16:creationId xmlns:a16="http://schemas.microsoft.com/office/drawing/2014/main" id="{533C9D35-417A-631E-6175-E64836FCDF01}"/>
              </a:ext>
            </a:extLst>
          </p:cNvPr>
          <p:cNvCxnSpPr/>
          <p:nvPr/>
        </p:nvCxnSpPr>
        <p:spPr>
          <a:xfrm flipV="1">
            <a:off x="9251417" y="3508205"/>
            <a:ext cx="591423" cy="126734"/>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76" name="Straight Connector 75">
            <a:extLst>
              <a:ext uri="{FF2B5EF4-FFF2-40B4-BE49-F238E27FC236}">
                <a16:creationId xmlns:a16="http://schemas.microsoft.com/office/drawing/2014/main" id="{AE5D86FC-1F1D-D4BD-A9F1-46B95EFEE7DA}"/>
              </a:ext>
            </a:extLst>
          </p:cNvPr>
          <p:cNvCxnSpPr/>
          <p:nvPr/>
        </p:nvCxnSpPr>
        <p:spPr>
          <a:xfrm>
            <a:off x="9166928" y="3423716"/>
            <a:ext cx="675912" cy="84489"/>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0EF21D47-E4DC-C57A-1F7C-322A0D8C86DA}"/>
              </a:ext>
            </a:extLst>
          </p:cNvPr>
          <p:cNvCxnSpPr/>
          <p:nvPr/>
        </p:nvCxnSpPr>
        <p:spPr>
          <a:xfrm flipV="1">
            <a:off x="9335906" y="3508205"/>
            <a:ext cx="506934" cy="464689"/>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5B21C2C0-0A1D-ABC9-191E-931A36E77A21}"/>
              </a:ext>
            </a:extLst>
          </p:cNvPr>
          <p:cNvCxnSpPr/>
          <p:nvPr/>
        </p:nvCxnSpPr>
        <p:spPr>
          <a:xfrm flipV="1">
            <a:off x="9378151" y="3508205"/>
            <a:ext cx="464689" cy="718156"/>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DFA2F293-0192-D3EF-2562-DA1D9412B2BE}"/>
              </a:ext>
            </a:extLst>
          </p:cNvPr>
          <p:cNvCxnSpPr/>
          <p:nvPr/>
        </p:nvCxnSpPr>
        <p:spPr>
          <a:xfrm>
            <a:off x="8364282" y="4437584"/>
            <a:ext cx="337957" cy="211223"/>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E47B18C4-57B2-2BD6-B1D7-3FADDE3917B2}"/>
              </a:ext>
            </a:extLst>
          </p:cNvPr>
          <p:cNvCxnSpPr/>
          <p:nvPr/>
        </p:nvCxnSpPr>
        <p:spPr>
          <a:xfrm flipV="1">
            <a:off x="8364282" y="3846161"/>
            <a:ext cx="84490" cy="591423"/>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AB65191E-526A-967D-7611-08ABA99057D1}"/>
              </a:ext>
            </a:extLst>
          </p:cNvPr>
          <p:cNvCxnSpPr/>
          <p:nvPr/>
        </p:nvCxnSpPr>
        <p:spPr>
          <a:xfrm>
            <a:off x="8364282" y="4437584"/>
            <a:ext cx="549179" cy="422445"/>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2520A8E8-7B9A-37E4-A81E-33DCC513E6BB}"/>
              </a:ext>
            </a:extLst>
          </p:cNvPr>
          <p:cNvCxnSpPr/>
          <p:nvPr/>
        </p:nvCxnSpPr>
        <p:spPr>
          <a:xfrm flipH="1" flipV="1">
            <a:off x="8026326" y="3761672"/>
            <a:ext cx="337956" cy="675912"/>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8AE8FF57-8750-D443-CE6E-913AFCB644D6}"/>
              </a:ext>
            </a:extLst>
          </p:cNvPr>
          <p:cNvCxnSpPr/>
          <p:nvPr/>
        </p:nvCxnSpPr>
        <p:spPr>
          <a:xfrm>
            <a:off x="8702239" y="4648807"/>
            <a:ext cx="211222" cy="211222"/>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84" name="Straight Connector 83">
            <a:extLst>
              <a:ext uri="{FF2B5EF4-FFF2-40B4-BE49-F238E27FC236}">
                <a16:creationId xmlns:a16="http://schemas.microsoft.com/office/drawing/2014/main" id="{39360176-2CD7-31EC-D3EE-B081DFA75067}"/>
              </a:ext>
            </a:extLst>
          </p:cNvPr>
          <p:cNvCxnSpPr/>
          <p:nvPr/>
        </p:nvCxnSpPr>
        <p:spPr>
          <a:xfrm>
            <a:off x="8702239" y="4648807"/>
            <a:ext cx="485811"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85" name="Straight Connector 84">
            <a:extLst>
              <a:ext uri="{FF2B5EF4-FFF2-40B4-BE49-F238E27FC236}">
                <a16:creationId xmlns:a16="http://schemas.microsoft.com/office/drawing/2014/main" id="{8716DECC-72F3-F62E-7690-E39BCE860822}"/>
              </a:ext>
            </a:extLst>
          </p:cNvPr>
          <p:cNvCxnSpPr/>
          <p:nvPr/>
        </p:nvCxnSpPr>
        <p:spPr>
          <a:xfrm flipV="1">
            <a:off x="8913461" y="4648807"/>
            <a:ext cx="274589" cy="211222"/>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86" name="Straight Connector 85">
            <a:extLst>
              <a:ext uri="{FF2B5EF4-FFF2-40B4-BE49-F238E27FC236}">
                <a16:creationId xmlns:a16="http://schemas.microsoft.com/office/drawing/2014/main" id="{61545424-EC9D-5617-AF42-B50ACF3B9733}"/>
              </a:ext>
            </a:extLst>
          </p:cNvPr>
          <p:cNvCxnSpPr/>
          <p:nvPr/>
        </p:nvCxnSpPr>
        <p:spPr>
          <a:xfrm>
            <a:off x="8026326" y="3761672"/>
            <a:ext cx="422446" cy="84489"/>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87" name="Straight Connector 86">
            <a:extLst>
              <a:ext uri="{FF2B5EF4-FFF2-40B4-BE49-F238E27FC236}">
                <a16:creationId xmlns:a16="http://schemas.microsoft.com/office/drawing/2014/main" id="{50BF7FBD-7541-22C3-0E76-EABA39B58E40}"/>
              </a:ext>
            </a:extLst>
          </p:cNvPr>
          <p:cNvCxnSpPr/>
          <p:nvPr/>
        </p:nvCxnSpPr>
        <p:spPr>
          <a:xfrm flipV="1">
            <a:off x="8026326" y="3677183"/>
            <a:ext cx="633668" cy="84489"/>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88" name="Straight Connector 87">
            <a:extLst>
              <a:ext uri="{FF2B5EF4-FFF2-40B4-BE49-F238E27FC236}">
                <a16:creationId xmlns:a16="http://schemas.microsoft.com/office/drawing/2014/main" id="{BB23988C-4F96-2E00-4432-09F8E70A89F8}"/>
              </a:ext>
            </a:extLst>
          </p:cNvPr>
          <p:cNvCxnSpPr/>
          <p:nvPr/>
        </p:nvCxnSpPr>
        <p:spPr>
          <a:xfrm flipH="1">
            <a:off x="8026326" y="3254738"/>
            <a:ext cx="528057" cy="506934"/>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89" name="Straight Connector 88">
            <a:extLst>
              <a:ext uri="{FF2B5EF4-FFF2-40B4-BE49-F238E27FC236}">
                <a16:creationId xmlns:a16="http://schemas.microsoft.com/office/drawing/2014/main" id="{136EAD0D-F5DB-78DA-42AE-D4B31EEC4BF3}"/>
              </a:ext>
            </a:extLst>
          </p:cNvPr>
          <p:cNvCxnSpPr/>
          <p:nvPr/>
        </p:nvCxnSpPr>
        <p:spPr>
          <a:xfrm flipV="1">
            <a:off x="8448772" y="3677183"/>
            <a:ext cx="211222" cy="168978"/>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90" name="Straight Connector 89">
            <a:extLst>
              <a:ext uri="{FF2B5EF4-FFF2-40B4-BE49-F238E27FC236}">
                <a16:creationId xmlns:a16="http://schemas.microsoft.com/office/drawing/2014/main" id="{F0FDC6BC-A8F3-CED1-1A22-E4619DFF9454}"/>
              </a:ext>
            </a:extLst>
          </p:cNvPr>
          <p:cNvCxnSpPr/>
          <p:nvPr/>
        </p:nvCxnSpPr>
        <p:spPr>
          <a:xfrm flipH="1">
            <a:off x="8448772" y="3254738"/>
            <a:ext cx="105611" cy="591423"/>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777C7620-586D-814E-1C2E-A69B45118071}"/>
              </a:ext>
            </a:extLst>
          </p:cNvPr>
          <p:cNvCxnSpPr/>
          <p:nvPr/>
        </p:nvCxnSpPr>
        <p:spPr>
          <a:xfrm flipH="1" flipV="1">
            <a:off x="8237549" y="3128005"/>
            <a:ext cx="464690" cy="549178"/>
          </a:xfrm>
          <a:prstGeom prst="line">
            <a:avLst/>
          </a:prstGeom>
          <a:ln w="27940">
            <a:solidFill>
              <a:srgbClr val="137F79"/>
            </a:solidFill>
          </a:ln>
        </p:spPr>
        <p:style>
          <a:lnRef idx="2">
            <a:schemeClr val="accent1"/>
          </a:lnRef>
          <a:fillRef idx="0">
            <a:schemeClr val="accent1"/>
          </a:fillRef>
          <a:effectRef idx="1">
            <a:schemeClr val="accent1"/>
          </a:effectRef>
          <a:fontRef idx="minor">
            <a:schemeClr val="tx1"/>
          </a:fontRef>
        </p:style>
      </p:cxnSp>
      <p:cxnSp>
        <p:nvCxnSpPr>
          <p:cNvPr id="92" name="Straight Connector 91">
            <a:extLst>
              <a:ext uri="{FF2B5EF4-FFF2-40B4-BE49-F238E27FC236}">
                <a16:creationId xmlns:a16="http://schemas.microsoft.com/office/drawing/2014/main" id="{67E47AC6-39B0-B922-FD40-70B9240D4E41}"/>
              </a:ext>
            </a:extLst>
          </p:cNvPr>
          <p:cNvCxnSpPr/>
          <p:nvPr/>
        </p:nvCxnSpPr>
        <p:spPr>
          <a:xfrm>
            <a:off x="8237549" y="3128005"/>
            <a:ext cx="549178" cy="0"/>
          </a:xfrm>
          <a:prstGeom prst="line">
            <a:avLst/>
          </a:prstGeom>
          <a:ln w="27940">
            <a:solidFill>
              <a:srgbClr val="137F79"/>
            </a:solidFill>
          </a:ln>
        </p:spPr>
        <p:style>
          <a:lnRef idx="2">
            <a:schemeClr val="accent1"/>
          </a:lnRef>
          <a:fillRef idx="0">
            <a:schemeClr val="accent1"/>
          </a:fillRef>
          <a:effectRef idx="1">
            <a:schemeClr val="accent1"/>
          </a:effectRef>
          <a:fontRef idx="minor">
            <a:schemeClr val="tx1"/>
          </a:fontRef>
        </p:style>
      </p:cxnSp>
      <p:cxnSp>
        <p:nvCxnSpPr>
          <p:cNvPr id="93" name="Straight Connector 92">
            <a:extLst>
              <a:ext uri="{FF2B5EF4-FFF2-40B4-BE49-F238E27FC236}">
                <a16:creationId xmlns:a16="http://schemas.microsoft.com/office/drawing/2014/main" id="{238CAF38-663F-5B3B-8B9A-F03DE115428B}"/>
              </a:ext>
            </a:extLst>
          </p:cNvPr>
          <p:cNvCxnSpPr/>
          <p:nvPr/>
        </p:nvCxnSpPr>
        <p:spPr>
          <a:xfrm>
            <a:off x="8786727" y="3128005"/>
            <a:ext cx="380201" cy="295711"/>
          </a:xfrm>
          <a:prstGeom prst="line">
            <a:avLst/>
          </a:prstGeom>
          <a:ln w="27940">
            <a:solidFill>
              <a:srgbClr val="137F79"/>
            </a:solidFill>
          </a:ln>
        </p:spPr>
        <p:style>
          <a:lnRef idx="2">
            <a:schemeClr val="accent1"/>
          </a:lnRef>
          <a:fillRef idx="0">
            <a:schemeClr val="accent1"/>
          </a:fillRef>
          <a:effectRef idx="1">
            <a:schemeClr val="accent1"/>
          </a:effectRef>
          <a:fontRef idx="minor">
            <a:schemeClr val="tx1"/>
          </a:fontRef>
        </p:style>
      </p:cxnSp>
      <p:cxnSp>
        <p:nvCxnSpPr>
          <p:cNvPr id="94" name="Straight Connector 93">
            <a:extLst>
              <a:ext uri="{FF2B5EF4-FFF2-40B4-BE49-F238E27FC236}">
                <a16:creationId xmlns:a16="http://schemas.microsoft.com/office/drawing/2014/main" id="{44D3471E-125F-CAFD-AEFF-AF3FDECAEC91}"/>
              </a:ext>
            </a:extLst>
          </p:cNvPr>
          <p:cNvCxnSpPr/>
          <p:nvPr/>
        </p:nvCxnSpPr>
        <p:spPr>
          <a:xfrm>
            <a:off x="9166928" y="3423716"/>
            <a:ext cx="126733" cy="760401"/>
          </a:xfrm>
          <a:prstGeom prst="line">
            <a:avLst/>
          </a:prstGeom>
          <a:ln w="27940">
            <a:solidFill>
              <a:srgbClr val="137F79"/>
            </a:solidFill>
          </a:ln>
        </p:spPr>
        <p:style>
          <a:lnRef idx="2">
            <a:schemeClr val="accent1"/>
          </a:lnRef>
          <a:fillRef idx="0">
            <a:schemeClr val="accent1"/>
          </a:fillRef>
          <a:effectRef idx="1">
            <a:schemeClr val="accent1"/>
          </a:effectRef>
          <a:fontRef idx="minor">
            <a:schemeClr val="tx1"/>
          </a:fontRef>
        </p:style>
      </p:cxnSp>
      <p:sp>
        <p:nvSpPr>
          <p:cNvPr id="95" name="Oval 94">
            <a:extLst>
              <a:ext uri="{FF2B5EF4-FFF2-40B4-BE49-F238E27FC236}">
                <a16:creationId xmlns:a16="http://schemas.microsoft.com/office/drawing/2014/main" id="{A308AD81-9C91-2FC4-5341-EB7A4ACB6C71}"/>
              </a:ext>
            </a:extLst>
          </p:cNvPr>
          <p:cNvSpPr/>
          <p:nvPr/>
        </p:nvSpPr>
        <p:spPr>
          <a:xfrm>
            <a:off x="8186749" y="3077205"/>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6" name="Oval 95">
            <a:extLst>
              <a:ext uri="{FF2B5EF4-FFF2-40B4-BE49-F238E27FC236}">
                <a16:creationId xmlns:a16="http://schemas.microsoft.com/office/drawing/2014/main" id="{3885835F-C157-2342-033B-952DE84E4905}"/>
              </a:ext>
            </a:extLst>
          </p:cNvPr>
          <p:cNvSpPr/>
          <p:nvPr/>
        </p:nvSpPr>
        <p:spPr>
          <a:xfrm>
            <a:off x="8503583" y="3203938"/>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7" name="Oval 96">
            <a:extLst>
              <a:ext uri="{FF2B5EF4-FFF2-40B4-BE49-F238E27FC236}">
                <a16:creationId xmlns:a16="http://schemas.microsoft.com/office/drawing/2014/main" id="{4BFC29DF-D110-B2B0-4FF8-AD7CB5B77483}"/>
              </a:ext>
            </a:extLst>
          </p:cNvPr>
          <p:cNvSpPr/>
          <p:nvPr/>
        </p:nvSpPr>
        <p:spPr>
          <a:xfrm>
            <a:off x="8735927" y="3077205"/>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8" name="Oval 97">
            <a:extLst>
              <a:ext uri="{FF2B5EF4-FFF2-40B4-BE49-F238E27FC236}">
                <a16:creationId xmlns:a16="http://schemas.microsoft.com/office/drawing/2014/main" id="{D0E724A7-C2FC-A4FB-7E97-57120F5C4885}"/>
              </a:ext>
            </a:extLst>
          </p:cNvPr>
          <p:cNvSpPr/>
          <p:nvPr/>
        </p:nvSpPr>
        <p:spPr>
          <a:xfrm>
            <a:off x="8926028" y="3034960"/>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9" name="Oval 98">
            <a:extLst>
              <a:ext uri="{FF2B5EF4-FFF2-40B4-BE49-F238E27FC236}">
                <a16:creationId xmlns:a16="http://schemas.microsoft.com/office/drawing/2014/main" id="{598BF1B1-F98D-BBDA-BDEF-DE73BE781700}"/>
              </a:ext>
            </a:extLst>
          </p:cNvPr>
          <p:cNvSpPr/>
          <p:nvPr/>
        </p:nvSpPr>
        <p:spPr>
          <a:xfrm>
            <a:off x="9031639" y="2950471"/>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0" name="Oval 99">
            <a:extLst>
              <a:ext uri="{FF2B5EF4-FFF2-40B4-BE49-F238E27FC236}">
                <a16:creationId xmlns:a16="http://schemas.microsoft.com/office/drawing/2014/main" id="{5D179FC1-F113-EE2F-CB7F-8A0A7C2839D6}"/>
              </a:ext>
            </a:extLst>
          </p:cNvPr>
          <p:cNvSpPr/>
          <p:nvPr/>
        </p:nvSpPr>
        <p:spPr>
          <a:xfrm>
            <a:off x="9116128" y="3372916"/>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1" name="Oval 100">
            <a:extLst>
              <a:ext uri="{FF2B5EF4-FFF2-40B4-BE49-F238E27FC236}">
                <a16:creationId xmlns:a16="http://schemas.microsoft.com/office/drawing/2014/main" id="{D5CDB45E-179B-CDCF-48CA-02B3E96A1772}"/>
              </a:ext>
            </a:extLst>
          </p:cNvPr>
          <p:cNvSpPr/>
          <p:nvPr/>
        </p:nvSpPr>
        <p:spPr>
          <a:xfrm>
            <a:off x="9200617" y="3584139"/>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2" name="Oval 101">
            <a:extLst>
              <a:ext uri="{FF2B5EF4-FFF2-40B4-BE49-F238E27FC236}">
                <a16:creationId xmlns:a16="http://schemas.microsoft.com/office/drawing/2014/main" id="{0BE24B33-B080-5793-5418-8FE5C3958EE0}"/>
              </a:ext>
            </a:extLst>
          </p:cNvPr>
          <p:cNvSpPr/>
          <p:nvPr/>
        </p:nvSpPr>
        <p:spPr>
          <a:xfrm>
            <a:off x="9285106" y="3922094"/>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3" name="Oval 102">
            <a:extLst>
              <a:ext uri="{FF2B5EF4-FFF2-40B4-BE49-F238E27FC236}">
                <a16:creationId xmlns:a16="http://schemas.microsoft.com/office/drawing/2014/main" id="{CA601CC5-7E24-AF14-D182-E8861384D0C2}"/>
              </a:ext>
            </a:extLst>
          </p:cNvPr>
          <p:cNvSpPr/>
          <p:nvPr/>
        </p:nvSpPr>
        <p:spPr>
          <a:xfrm>
            <a:off x="9327351" y="4175561"/>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4" name="Oval 103">
            <a:extLst>
              <a:ext uri="{FF2B5EF4-FFF2-40B4-BE49-F238E27FC236}">
                <a16:creationId xmlns:a16="http://schemas.microsoft.com/office/drawing/2014/main" id="{37F56496-B4F0-8C00-9754-D4FCAA891326}"/>
              </a:ext>
            </a:extLst>
          </p:cNvPr>
          <p:cNvSpPr/>
          <p:nvPr/>
        </p:nvSpPr>
        <p:spPr>
          <a:xfrm>
            <a:off x="9580818" y="4429028"/>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5" name="Oval 104">
            <a:extLst>
              <a:ext uri="{FF2B5EF4-FFF2-40B4-BE49-F238E27FC236}">
                <a16:creationId xmlns:a16="http://schemas.microsoft.com/office/drawing/2014/main" id="{C1186C43-9222-555F-1C0E-FFCEE7D34A7A}"/>
              </a:ext>
            </a:extLst>
          </p:cNvPr>
          <p:cNvSpPr/>
          <p:nvPr/>
        </p:nvSpPr>
        <p:spPr>
          <a:xfrm>
            <a:off x="9792040" y="3457405"/>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6" name="Oval 105">
            <a:extLst>
              <a:ext uri="{FF2B5EF4-FFF2-40B4-BE49-F238E27FC236}">
                <a16:creationId xmlns:a16="http://schemas.microsoft.com/office/drawing/2014/main" id="{136025A9-D4AE-65F8-221A-4A5B7933B7C5}"/>
              </a:ext>
            </a:extLst>
          </p:cNvPr>
          <p:cNvSpPr/>
          <p:nvPr/>
        </p:nvSpPr>
        <p:spPr>
          <a:xfrm>
            <a:off x="8313482" y="4386784"/>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7" name="Oval 106">
            <a:extLst>
              <a:ext uri="{FF2B5EF4-FFF2-40B4-BE49-F238E27FC236}">
                <a16:creationId xmlns:a16="http://schemas.microsoft.com/office/drawing/2014/main" id="{C3A096A6-57DA-E694-C7BD-EEDD0306F3F4}"/>
              </a:ext>
            </a:extLst>
          </p:cNvPr>
          <p:cNvSpPr/>
          <p:nvPr/>
        </p:nvSpPr>
        <p:spPr>
          <a:xfrm>
            <a:off x="8651439" y="4598007"/>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8" name="Oval 107">
            <a:extLst>
              <a:ext uri="{FF2B5EF4-FFF2-40B4-BE49-F238E27FC236}">
                <a16:creationId xmlns:a16="http://schemas.microsoft.com/office/drawing/2014/main" id="{C39EE790-13A2-839D-EB9C-19638ECA2584}"/>
              </a:ext>
            </a:extLst>
          </p:cNvPr>
          <p:cNvSpPr/>
          <p:nvPr/>
        </p:nvSpPr>
        <p:spPr>
          <a:xfrm>
            <a:off x="8862661" y="4809229"/>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9" name="Oval 108">
            <a:extLst>
              <a:ext uri="{FF2B5EF4-FFF2-40B4-BE49-F238E27FC236}">
                <a16:creationId xmlns:a16="http://schemas.microsoft.com/office/drawing/2014/main" id="{5B208A28-AC94-828F-D5D2-44F98D970437}"/>
              </a:ext>
            </a:extLst>
          </p:cNvPr>
          <p:cNvSpPr/>
          <p:nvPr/>
        </p:nvSpPr>
        <p:spPr>
          <a:xfrm>
            <a:off x="9137250" y="4598007"/>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0" name="Oval 109">
            <a:extLst>
              <a:ext uri="{FF2B5EF4-FFF2-40B4-BE49-F238E27FC236}">
                <a16:creationId xmlns:a16="http://schemas.microsoft.com/office/drawing/2014/main" id="{62345381-794E-F1D5-6F4D-EE5879FEA014}"/>
              </a:ext>
            </a:extLst>
          </p:cNvPr>
          <p:cNvSpPr/>
          <p:nvPr/>
        </p:nvSpPr>
        <p:spPr>
          <a:xfrm>
            <a:off x="7975526" y="3710872"/>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1" name="Oval 110">
            <a:extLst>
              <a:ext uri="{FF2B5EF4-FFF2-40B4-BE49-F238E27FC236}">
                <a16:creationId xmlns:a16="http://schemas.microsoft.com/office/drawing/2014/main" id="{143120CD-0CA7-93F0-F4B2-1C74EC22FB46}"/>
              </a:ext>
            </a:extLst>
          </p:cNvPr>
          <p:cNvSpPr/>
          <p:nvPr/>
        </p:nvSpPr>
        <p:spPr>
          <a:xfrm>
            <a:off x="8397972" y="3795361"/>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2" name="Oval 111">
            <a:extLst>
              <a:ext uri="{FF2B5EF4-FFF2-40B4-BE49-F238E27FC236}">
                <a16:creationId xmlns:a16="http://schemas.microsoft.com/office/drawing/2014/main" id="{9F9F2633-5FD9-6C3B-CC34-1D5EB88A445D}"/>
              </a:ext>
            </a:extLst>
          </p:cNvPr>
          <p:cNvSpPr/>
          <p:nvPr/>
        </p:nvSpPr>
        <p:spPr>
          <a:xfrm>
            <a:off x="8609194" y="3626383"/>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3" name="Oval 112">
            <a:extLst>
              <a:ext uri="{FF2B5EF4-FFF2-40B4-BE49-F238E27FC236}">
                <a16:creationId xmlns:a16="http://schemas.microsoft.com/office/drawing/2014/main" id="{6F15E1D3-BDA5-CAA3-452A-6133C19C843C}"/>
              </a:ext>
            </a:extLst>
          </p:cNvPr>
          <p:cNvSpPr/>
          <p:nvPr/>
        </p:nvSpPr>
        <p:spPr>
          <a:xfrm>
            <a:off x="8626039" y="3600983"/>
            <a:ext cx="152400" cy="152400"/>
          </a:xfrm>
          <a:prstGeom prst="ellipse">
            <a:avLst/>
          </a:prstGeom>
          <a:solidFill>
            <a:srgbClr val="E889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4" name="Oval 113">
            <a:extLst>
              <a:ext uri="{FF2B5EF4-FFF2-40B4-BE49-F238E27FC236}">
                <a16:creationId xmlns:a16="http://schemas.microsoft.com/office/drawing/2014/main" id="{20041AC4-B282-F7CA-58E1-752E70306136}"/>
              </a:ext>
            </a:extLst>
          </p:cNvPr>
          <p:cNvSpPr/>
          <p:nvPr/>
        </p:nvSpPr>
        <p:spPr>
          <a:xfrm>
            <a:off x="9217461" y="4107917"/>
            <a:ext cx="152400" cy="1524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5" name="text_114">
            <a:extLst>
              <a:ext uri="{FF2B5EF4-FFF2-40B4-BE49-F238E27FC236}">
                <a16:creationId xmlns:a16="http://schemas.microsoft.com/office/drawing/2014/main" id="{678C36A5-D447-74DA-AF82-CD4DF0697AC6}"/>
              </a:ext>
            </a:extLst>
          </p:cNvPr>
          <p:cNvSpPr txBox="1"/>
          <p:nvPr/>
        </p:nvSpPr>
        <p:spPr>
          <a:xfrm>
            <a:off x="685800" y="5600699"/>
            <a:ext cx="5994400" cy="508000"/>
          </a:xfrm>
          <a:prstGeom prst="rect">
            <a:avLst/>
          </a:prstGeom>
          <a:noFill/>
        </p:spPr>
        <p:txBody>
          <a:bodyPr vert="horz" wrap="square" lIns="0" tIns="0" rIns="0" bIns="0" rtlCol="0" anchor="t">
            <a:noAutofit/>
          </a:bodyPr>
          <a:lstStyle/>
          <a:p>
            <a:r>
              <a:rPr lang="en-IL" sz="2600" b="1">
                <a:solidFill>
                  <a:srgbClr val="137F79"/>
                </a:solidFill>
                <a:latin typeface="Aptos" panose="020B0004020202020204" pitchFamily="34" charset="0"/>
              </a:rPr>
              <a:t>20 min concepts · 25 min demo</a:t>
            </a:r>
          </a:p>
        </p:txBody>
      </p:sp>
      <p:sp>
        <p:nvSpPr>
          <p:cNvPr id="116" name="text_115">
            <a:extLst>
              <a:ext uri="{FF2B5EF4-FFF2-40B4-BE49-F238E27FC236}">
                <a16:creationId xmlns:a16="http://schemas.microsoft.com/office/drawing/2014/main" id="{5D68B1B7-0957-AEAE-8482-314E24526649}"/>
              </a:ext>
            </a:extLst>
          </p:cNvPr>
          <p:cNvSpPr txBox="1"/>
          <p:nvPr/>
        </p:nvSpPr>
        <p:spPr>
          <a:xfrm>
            <a:off x="7315200" y="5765799"/>
            <a:ext cx="4191000" cy="4064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Illustrative roadmap</a:t>
            </a:r>
          </a:p>
        </p:txBody>
      </p:sp>
    </p:spTree>
    <p:extLst>
      <p:ext uri="{BB962C8B-B14F-4D97-AF65-F5344CB8AC3E}">
        <p14:creationId xmlns:p14="http://schemas.microsoft.com/office/powerpoint/2010/main" val="2743407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BDD71EE0-63F8-CCC3-AB9B-686FED80FF2D}"/>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04 / CONFIGURATION SPACE &amp; PRM</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AC2A8382-D365-270F-6BF0-6CF732CC2874}"/>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Why motion planning?</a:t>
            </a:r>
          </a:p>
        </p:txBody>
      </p:sp>
      <p:sp>
        <p:nvSpPr>
          <p:cNvPr id="4" name="text_3">
            <a:extLst>
              <a:ext uri="{FF2B5EF4-FFF2-40B4-BE49-F238E27FC236}">
                <a16:creationId xmlns:a16="http://schemas.microsoft.com/office/drawing/2014/main" id="{044F200C-AB47-99B4-4166-A173853BC784}"/>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A reachable goal does not guarantee a clear route.</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3C2CBB61-8C59-1B88-1D3B-397765C6C690}"/>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679998E2-E9E2-C13F-00B6-6AD1BF29186C}"/>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Motion Planning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80AA09E3-D0F8-77B9-535C-9FAF8B6E0D5D}"/>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02</a:t>
            </a:r>
          </a:p>
        </p:txBody>
      </p:sp>
      <p:sp>
        <p:nvSpPr>
          <p:cNvPr id="8" name="text_7">
            <a:extLst>
              <a:ext uri="{FF2B5EF4-FFF2-40B4-BE49-F238E27FC236}">
                <a16:creationId xmlns:a16="http://schemas.microsoft.com/office/drawing/2014/main" id="{324C76F9-ABD4-F1A2-F477-36189CF4D131}"/>
              </a:ext>
            </a:extLst>
          </p:cNvPr>
          <p:cNvSpPr txBox="1"/>
          <p:nvPr/>
        </p:nvSpPr>
        <p:spPr>
          <a:xfrm>
            <a:off x="685800" y="2616199"/>
            <a:ext cx="3429000" cy="533400"/>
          </a:xfrm>
          <a:prstGeom prst="rect">
            <a:avLst/>
          </a:prstGeom>
          <a:noFill/>
        </p:spPr>
        <p:txBody>
          <a:bodyPr vert="horz" wrap="square" lIns="0" tIns="0" rIns="0" bIns="0" rtlCol="0" anchor="t">
            <a:noAutofit/>
          </a:bodyPr>
          <a:lstStyle/>
          <a:p>
            <a:r>
              <a:rPr lang="en-IL" sz="2600" b="1">
                <a:solidFill>
                  <a:srgbClr val="137F79"/>
                </a:solidFill>
                <a:latin typeface="Aptos" panose="020B0004020202020204" pitchFamily="34" charset="0"/>
              </a:rPr>
              <a:t>Start: free</a:t>
            </a:r>
          </a:p>
        </p:txBody>
      </p:sp>
      <p:sp>
        <p:nvSpPr>
          <p:cNvPr id="9" name="Oval 8">
            <a:extLst>
              <a:ext uri="{FF2B5EF4-FFF2-40B4-BE49-F238E27FC236}">
                <a16:creationId xmlns:a16="http://schemas.microsoft.com/office/drawing/2014/main" id="{95076371-7B3A-BBEE-C22C-FFBED05FEDA6}"/>
              </a:ext>
            </a:extLst>
          </p:cNvPr>
          <p:cNvSpPr/>
          <p:nvPr/>
        </p:nvSpPr>
        <p:spPr>
          <a:xfrm>
            <a:off x="2707640" y="4028440"/>
            <a:ext cx="579120" cy="579120"/>
          </a:xfrm>
          <a:prstGeom prst="ellipse">
            <a:avLst/>
          </a:prstGeom>
          <a:solidFill>
            <a:srgbClr val="FFF0DF"/>
          </a:solidFill>
          <a:ln>
            <a:solidFill>
              <a:srgbClr val="AE65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 name="Oval 9">
            <a:extLst>
              <a:ext uri="{FF2B5EF4-FFF2-40B4-BE49-F238E27FC236}">
                <a16:creationId xmlns:a16="http://schemas.microsoft.com/office/drawing/2014/main" id="{6664A212-BE1D-3EA7-3276-E7B6D6E4B3DF}"/>
              </a:ext>
            </a:extLst>
          </p:cNvPr>
          <p:cNvSpPr/>
          <p:nvPr/>
        </p:nvSpPr>
        <p:spPr>
          <a:xfrm>
            <a:off x="2683510" y="4004310"/>
            <a:ext cx="627380" cy="627380"/>
          </a:xfrm>
          <a:prstGeom prst="ellipse">
            <a:avLst/>
          </a:prstGeom>
          <a:noFill/>
          <a:ln w="19050" cap="flat" cmpd="sng" algn="ctr">
            <a:solidFill>
              <a:srgbClr val="AE651D"/>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11" name="Straight Connector 10">
            <a:extLst>
              <a:ext uri="{FF2B5EF4-FFF2-40B4-BE49-F238E27FC236}">
                <a16:creationId xmlns:a16="http://schemas.microsoft.com/office/drawing/2014/main" id="{679D358A-1ACE-975C-26DA-90E3EEAEB257}"/>
              </a:ext>
            </a:extLst>
          </p:cNvPr>
          <p:cNvCxnSpPr/>
          <p:nvPr/>
        </p:nvCxnSpPr>
        <p:spPr>
          <a:xfrm>
            <a:off x="1066800" y="4318000"/>
            <a:ext cx="1107339" cy="932698"/>
          </a:xfrm>
          <a:prstGeom prst="line">
            <a:avLst/>
          </a:prstGeom>
          <a:ln w="144780">
            <a:solidFill>
              <a:srgbClr val="2459D3"/>
            </a:solidFill>
          </a:ln>
        </p:spPr>
        <p:style>
          <a:lnRef idx="2">
            <a:schemeClr val="accent1"/>
          </a:lnRef>
          <a:fillRef idx="0">
            <a:schemeClr val="accent1"/>
          </a:fillRef>
          <a:effectRef idx="1">
            <a:schemeClr val="accent1"/>
          </a:effectRef>
          <a:fontRef idx="minor">
            <a:schemeClr val="tx1"/>
          </a:fontRef>
        </p:style>
      </p:cxnSp>
      <p:sp>
        <p:nvSpPr>
          <p:cNvPr id="12" name="Oval 11">
            <a:extLst>
              <a:ext uri="{FF2B5EF4-FFF2-40B4-BE49-F238E27FC236}">
                <a16:creationId xmlns:a16="http://schemas.microsoft.com/office/drawing/2014/main" id="{2CE8CD92-110E-287B-BBC1-B2107533FC65}"/>
              </a:ext>
            </a:extLst>
          </p:cNvPr>
          <p:cNvSpPr/>
          <p:nvPr/>
        </p:nvSpPr>
        <p:spPr>
          <a:xfrm>
            <a:off x="994410" y="4245610"/>
            <a:ext cx="144780" cy="14478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Oval 12">
            <a:extLst>
              <a:ext uri="{FF2B5EF4-FFF2-40B4-BE49-F238E27FC236}">
                <a16:creationId xmlns:a16="http://schemas.microsoft.com/office/drawing/2014/main" id="{9B6533C6-D909-421C-796A-4CA4ECA6A994}"/>
              </a:ext>
            </a:extLst>
          </p:cNvPr>
          <p:cNvSpPr/>
          <p:nvPr/>
        </p:nvSpPr>
        <p:spPr>
          <a:xfrm>
            <a:off x="2101748" y="5178308"/>
            <a:ext cx="144780" cy="14478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14" name="Straight Connector 13">
            <a:extLst>
              <a:ext uri="{FF2B5EF4-FFF2-40B4-BE49-F238E27FC236}">
                <a16:creationId xmlns:a16="http://schemas.microsoft.com/office/drawing/2014/main" id="{C0F567F4-D835-53A7-7D78-D7AC953F8CBB}"/>
              </a:ext>
            </a:extLst>
          </p:cNvPr>
          <p:cNvCxnSpPr/>
          <p:nvPr/>
        </p:nvCxnSpPr>
        <p:spPr>
          <a:xfrm>
            <a:off x="2174139" y="5250698"/>
            <a:ext cx="960378" cy="96360"/>
          </a:xfrm>
          <a:prstGeom prst="line">
            <a:avLst/>
          </a:prstGeom>
          <a:ln w="144780">
            <a:solidFill>
              <a:srgbClr val="E88932"/>
            </a:solidFill>
          </a:ln>
        </p:spPr>
        <p:style>
          <a:lnRef idx="2">
            <a:schemeClr val="accent1"/>
          </a:lnRef>
          <a:fillRef idx="0">
            <a:schemeClr val="accent1"/>
          </a:fillRef>
          <a:effectRef idx="1">
            <a:schemeClr val="accent1"/>
          </a:effectRef>
          <a:fontRef idx="minor">
            <a:schemeClr val="tx1"/>
          </a:fontRef>
        </p:style>
      </p:cxnSp>
      <p:sp>
        <p:nvSpPr>
          <p:cNvPr id="15" name="Oval 14">
            <a:extLst>
              <a:ext uri="{FF2B5EF4-FFF2-40B4-BE49-F238E27FC236}">
                <a16:creationId xmlns:a16="http://schemas.microsoft.com/office/drawing/2014/main" id="{C3DDA18B-D689-CA7F-5FAE-C6BFA919AF95}"/>
              </a:ext>
            </a:extLst>
          </p:cNvPr>
          <p:cNvSpPr/>
          <p:nvPr/>
        </p:nvSpPr>
        <p:spPr>
          <a:xfrm>
            <a:off x="2101748" y="5178308"/>
            <a:ext cx="144780" cy="144780"/>
          </a:xfrm>
          <a:prstGeom prst="ellipse">
            <a:avLst/>
          </a:prstGeom>
          <a:solidFill>
            <a:srgbClr val="E889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6" name="Oval 15">
            <a:extLst>
              <a:ext uri="{FF2B5EF4-FFF2-40B4-BE49-F238E27FC236}">
                <a16:creationId xmlns:a16="http://schemas.microsoft.com/office/drawing/2014/main" id="{C6A0FE79-8F78-9F1F-40D5-40D57D4FE196}"/>
              </a:ext>
            </a:extLst>
          </p:cNvPr>
          <p:cNvSpPr/>
          <p:nvPr/>
        </p:nvSpPr>
        <p:spPr>
          <a:xfrm>
            <a:off x="3062126" y="5274668"/>
            <a:ext cx="144780" cy="144779"/>
          </a:xfrm>
          <a:prstGeom prst="ellipse">
            <a:avLst/>
          </a:prstGeom>
          <a:solidFill>
            <a:srgbClr val="E889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Oval 16">
            <a:extLst>
              <a:ext uri="{FF2B5EF4-FFF2-40B4-BE49-F238E27FC236}">
                <a16:creationId xmlns:a16="http://schemas.microsoft.com/office/drawing/2014/main" id="{B10BBADE-F30B-4995-F1BE-5A402C8B2D09}"/>
              </a:ext>
            </a:extLst>
          </p:cNvPr>
          <p:cNvSpPr/>
          <p:nvPr/>
        </p:nvSpPr>
        <p:spPr>
          <a:xfrm>
            <a:off x="977900" y="4229100"/>
            <a:ext cx="177800" cy="177800"/>
          </a:xfrm>
          <a:prstGeom prst="ellipse">
            <a:avLst/>
          </a:prstGeom>
          <a:solidFill>
            <a:srgbClr val="1528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8" name="text_17">
            <a:extLst>
              <a:ext uri="{FF2B5EF4-FFF2-40B4-BE49-F238E27FC236}">
                <a16:creationId xmlns:a16="http://schemas.microsoft.com/office/drawing/2014/main" id="{7865A4BD-E3EE-5FC2-155D-656151B12E7D}"/>
              </a:ext>
            </a:extLst>
          </p:cNvPr>
          <p:cNvSpPr txBox="1"/>
          <p:nvPr/>
        </p:nvSpPr>
        <p:spPr>
          <a:xfrm>
            <a:off x="685800" y="5549899"/>
            <a:ext cx="3429000" cy="4445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q = (−0.7, 0.6)</a:t>
            </a:r>
          </a:p>
        </p:txBody>
      </p:sp>
      <p:sp>
        <p:nvSpPr>
          <p:cNvPr id="19" name="text_18">
            <a:extLst>
              <a:ext uri="{FF2B5EF4-FFF2-40B4-BE49-F238E27FC236}">
                <a16:creationId xmlns:a16="http://schemas.microsoft.com/office/drawing/2014/main" id="{36BD14D4-2F3F-4E5D-C558-EBF0D37909C5}"/>
              </a:ext>
            </a:extLst>
          </p:cNvPr>
          <p:cNvSpPr txBox="1"/>
          <p:nvPr/>
        </p:nvSpPr>
        <p:spPr>
          <a:xfrm>
            <a:off x="4343400" y="2616199"/>
            <a:ext cx="3429000" cy="533400"/>
          </a:xfrm>
          <a:prstGeom prst="rect">
            <a:avLst/>
          </a:prstGeom>
          <a:noFill/>
        </p:spPr>
        <p:txBody>
          <a:bodyPr vert="horz" wrap="square" lIns="0" tIns="0" rIns="0" bIns="0" rtlCol="0" anchor="t">
            <a:noAutofit/>
          </a:bodyPr>
          <a:lstStyle/>
          <a:p>
            <a:r>
              <a:rPr lang="en-IL" sz="2600" b="1">
                <a:solidFill>
                  <a:srgbClr val="C43C47"/>
                </a:solidFill>
                <a:latin typeface="Aptos" panose="020B0004020202020204" pitchFamily="34" charset="0"/>
              </a:rPr>
              <a:t>Midpoint: collision</a:t>
            </a:r>
          </a:p>
        </p:txBody>
      </p:sp>
      <p:sp>
        <p:nvSpPr>
          <p:cNvPr id="20" name="Oval 19">
            <a:extLst>
              <a:ext uri="{FF2B5EF4-FFF2-40B4-BE49-F238E27FC236}">
                <a16:creationId xmlns:a16="http://schemas.microsoft.com/office/drawing/2014/main" id="{0682EBDA-88AD-2205-87CA-A088F96277B2}"/>
              </a:ext>
            </a:extLst>
          </p:cNvPr>
          <p:cNvSpPr/>
          <p:nvPr/>
        </p:nvSpPr>
        <p:spPr>
          <a:xfrm>
            <a:off x="6365240" y="4028440"/>
            <a:ext cx="579120" cy="579120"/>
          </a:xfrm>
          <a:prstGeom prst="ellipse">
            <a:avLst/>
          </a:prstGeom>
          <a:solidFill>
            <a:srgbClr val="FFF0DF"/>
          </a:solidFill>
          <a:ln>
            <a:solidFill>
              <a:srgbClr val="AE65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1" name="Oval 20">
            <a:extLst>
              <a:ext uri="{FF2B5EF4-FFF2-40B4-BE49-F238E27FC236}">
                <a16:creationId xmlns:a16="http://schemas.microsoft.com/office/drawing/2014/main" id="{54A9FEFB-4E74-47AE-BADB-E072B4074022}"/>
              </a:ext>
            </a:extLst>
          </p:cNvPr>
          <p:cNvSpPr/>
          <p:nvPr/>
        </p:nvSpPr>
        <p:spPr>
          <a:xfrm>
            <a:off x="6341110" y="4004310"/>
            <a:ext cx="627380" cy="627380"/>
          </a:xfrm>
          <a:prstGeom prst="ellipse">
            <a:avLst/>
          </a:prstGeom>
          <a:noFill/>
          <a:ln w="19050" cap="flat" cmpd="sng" algn="ctr">
            <a:solidFill>
              <a:srgbClr val="AE651D"/>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22" name="Straight Connector 21">
            <a:extLst>
              <a:ext uri="{FF2B5EF4-FFF2-40B4-BE49-F238E27FC236}">
                <a16:creationId xmlns:a16="http://schemas.microsoft.com/office/drawing/2014/main" id="{A4858EEC-5AC0-0DC7-A0E1-D07AC7FCEAC5}"/>
              </a:ext>
            </a:extLst>
          </p:cNvPr>
          <p:cNvCxnSpPr/>
          <p:nvPr/>
        </p:nvCxnSpPr>
        <p:spPr>
          <a:xfrm>
            <a:off x="4724400" y="4318000"/>
            <a:ext cx="1447800" cy="0"/>
          </a:xfrm>
          <a:prstGeom prst="line">
            <a:avLst/>
          </a:prstGeom>
          <a:ln w="144780">
            <a:solidFill>
              <a:srgbClr val="C43C47"/>
            </a:solidFill>
          </a:ln>
        </p:spPr>
        <p:style>
          <a:lnRef idx="2">
            <a:schemeClr val="accent1"/>
          </a:lnRef>
          <a:fillRef idx="0">
            <a:schemeClr val="accent1"/>
          </a:fillRef>
          <a:effectRef idx="1">
            <a:schemeClr val="accent1"/>
          </a:effectRef>
          <a:fontRef idx="minor">
            <a:schemeClr val="tx1"/>
          </a:fontRef>
        </p:style>
      </p:cxnSp>
      <p:sp>
        <p:nvSpPr>
          <p:cNvPr id="23" name="Oval 22">
            <a:extLst>
              <a:ext uri="{FF2B5EF4-FFF2-40B4-BE49-F238E27FC236}">
                <a16:creationId xmlns:a16="http://schemas.microsoft.com/office/drawing/2014/main" id="{0F852672-5BBE-2B75-9B9F-BC6A9D6EA194}"/>
              </a:ext>
            </a:extLst>
          </p:cNvPr>
          <p:cNvSpPr/>
          <p:nvPr/>
        </p:nvSpPr>
        <p:spPr>
          <a:xfrm>
            <a:off x="4652010" y="4245610"/>
            <a:ext cx="144780" cy="144780"/>
          </a:xfrm>
          <a:prstGeom prst="ellipse">
            <a:avLst/>
          </a:prstGeom>
          <a:solidFill>
            <a:srgbClr val="C43C4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4" name="Oval 23">
            <a:extLst>
              <a:ext uri="{FF2B5EF4-FFF2-40B4-BE49-F238E27FC236}">
                <a16:creationId xmlns:a16="http://schemas.microsoft.com/office/drawing/2014/main" id="{C7D8C01D-722A-8FA6-BB05-48568E956FD6}"/>
              </a:ext>
            </a:extLst>
          </p:cNvPr>
          <p:cNvSpPr/>
          <p:nvPr/>
        </p:nvSpPr>
        <p:spPr>
          <a:xfrm>
            <a:off x="6099810" y="4245610"/>
            <a:ext cx="144780" cy="144780"/>
          </a:xfrm>
          <a:prstGeom prst="ellipse">
            <a:avLst/>
          </a:prstGeom>
          <a:solidFill>
            <a:srgbClr val="C43C4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25" name="Straight Connector 24">
            <a:extLst>
              <a:ext uri="{FF2B5EF4-FFF2-40B4-BE49-F238E27FC236}">
                <a16:creationId xmlns:a16="http://schemas.microsoft.com/office/drawing/2014/main" id="{4093681C-89B3-ED6C-13C5-A97950B5B04B}"/>
              </a:ext>
            </a:extLst>
          </p:cNvPr>
          <p:cNvCxnSpPr/>
          <p:nvPr/>
        </p:nvCxnSpPr>
        <p:spPr>
          <a:xfrm>
            <a:off x="6172200" y="4318000"/>
            <a:ext cx="965200" cy="0"/>
          </a:xfrm>
          <a:prstGeom prst="line">
            <a:avLst/>
          </a:prstGeom>
          <a:ln w="144780">
            <a:solidFill>
              <a:srgbClr val="C43C47"/>
            </a:solidFill>
          </a:ln>
        </p:spPr>
        <p:style>
          <a:lnRef idx="2">
            <a:schemeClr val="accent1"/>
          </a:lnRef>
          <a:fillRef idx="0">
            <a:schemeClr val="accent1"/>
          </a:fillRef>
          <a:effectRef idx="1">
            <a:schemeClr val="accent1"/>
          </a:effectRef>
          <a:fontRef idx="minor">
            <a:schemeClr val="tx1"/>
          </a:fontRef>
        </p:style>
      </p:cxnSp>
      <p:sp>
        <p:nvSpPr>
          <p:cNvPr id="26" name="Oval 25">
            <a:extLst>
              <a:ext uri="{FF2B5EF4-FFF2-40B4-BE49-F238E27FC236}">
                <a16:creationId xmlns:a16="http://schemas.microsoft.com/office/drawing/2014/main" id="{B5B25A76-D043-5282-C3B7-6B41EE96AC8E}"/>
              </a:ext>
            </a:extLst>
          </p:cNvPr>
          <p:cNvSpPr/>
          <p:nvPr/>
        </p:nvSpPr>
        <p:spPr>
          <a:xfrm>
            <a:off x="6099810" y="4245610"/>
            <a:ext cx="144780" cy="144780"/>
          </a:xfrm>
          <a:prstGeom prst="ellipse">
            <a:avLst/>
          </a:prstGeom>
          <a:solidFill>
            <a:srgbClr val="C43C4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7" name="Oval 26">
            <a:extLst>
              <a:ext uri="{FF2B5EF4-FFF2-40B4-BE49-F238E27FC236}">
                <a16:creationId xmlns:a16="http://schemas.microsoft.com/office/drawing/2014/main" id="{F20CBBA0-42C5-BDAD-3F77-87BBDEE538B2}"/>
              </a:ext>
            </a:extLst>
          </p:cNvPr>
          <p:cNvSpPr/>
          <p:nvPr/>
        </p:nvSpPr>
        <p:spPr>
          <a:xfrm>
            <a:off x="7065010" y="4245610"/>
            <a:ext cx="144780" cy="144780"/>
          </a:xfrm>
          <a:prstGeom prst="ellipse">
            <a:avLst/>
          </a:prstGeom>
          <a:solidFill>
            <a:srgbClr val="C43C4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8" name="Oval 27">
            <a:extLst>
              <a:ext uri="{FF2B5EF4-FFF2-40B4-BE49-F238E27FC236}">
                <a16:creationId xmlns:a16="http://schemas.microsoft.com/office/drawing/2014/main" id="{D2DFF605-35FF-5CBB-35DA-1931361B9B62}"/>
              </a:ext>
            </a:extLst>
          </p:cNvPr>
          <p:cNvSpPr/>
          <p:nvPr/>
        </p:nvSpPr>
        <p:spPr>
          <a:xfrm>
            <a:off x="4635500" y="4229100"/>
            <a:ext cx="177800" cy="177800"/>
          </a:xfrm>
          <a:prstGeom prst="ellipse">
            <a:avLst/>
          </a:prstGeom>
          <a:solidFill>
            <a:srgbClr val="1528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9" name="text_28">
            <a:extLst>
              <a:ext uri="{FF2B5EF4-FFF2-40B4-BE49-F238E27FC236}">
                <a16:creationId xmlns:a16="http://schemas.microsoft.com/office/drawing/2014/main" id="{A3948C5C-418B-B39D-CAF9-38BE093A093B}"/>
              </a:ext>
            </a:extLst>
          </p:cNvPr>
          <p:cNvSpPr txBox="1"/>
          <p:nvPr/>
        </p:nvSpPr>
        <p:spPr>
          <a:xfrm>
            <a:off x="4343400" y="5549899"/>
            <a:ext cx="3429000" cy="4445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q = (0, 0)</a:t>
            </a:r>
          </a:p>
        </p:txBody>
      </p:sp>
      <p:sp>
        <p:nvSpPr>
          <p:cNvPr id="30" name="text_29">
            <a:extLst>
              <a:ext uri="{FF2B5EF4-FFF2-40B4-BE49-F238E27FC236}">
                <a16:creationId xmlns:a16="http://schemas.microsoft.com/office/drawing/2014/main" id="{5BBC0FDF-F9E9-6289-62CA-E2443A7E7302}"/>
              </a:ext>
            </a:extLst>
          </p:cNvPr>
          <p:cNvSpPr txBox="1"/>
          <p:nvPr/>
        </p:nvSpPr>
        <p:spPr>
          <a:xfrm>
            <a:off x="8001000" y="2616199"/>
            <a:ext cx="3429000" cy="533400"/>
          </a:xfrm>
          <a:prstGeom prst="rect">
            <a:avLst/>
          </a:prstGeom>
          <a:noFill/>
        </p:spPr>
        <p:txBody>
          <a:bodyPr vert="horz" wrap="square" lIns="0" tIns="0" rIns="0" bIns="0" rtlCol="0" anchor="t">
            <a:noAutofit/>
          </a:bodyPr>
          <a:lstStyle/>
          <a:p>
            <a:r>
              <a:rPr lang="en-IL" sz="2600" b="1">
                <a:solidFill>
                  <a:srgbClr val="137F79"/>
                </a:solidFill>
                <a:latin typeface="Aptos" panose="020B0004020202020204" pitchFamily="34" charset="0"/>
              </a:rPr>
              <a:t>Goal: free</a:t>
            </a:r>
          </a:p>
        </p:txBody>
      </p:sp>
      <p:sp>
        <p:nvSpPr>
          <p:cNvPr id="31" name="Oval 30">
            <a:extLst>
              <a:ext uri="{FF2B5EF4-FFF2-40B4-BE49-F238E27FC236}">
                <a16:creationId xmlns:a16="http://schemas.microsoft.com/office/drawing/2014/main" id="{F45D0783-C701-959F-CB55-8BD3865275DA}"/>
              </a:ext>
            </a:extLst>
          </p:cNvPr>
          <p:cNvSpPr/>
          <p:nvPr/>
        </p:nvSpPr>
        <p:spPr>
          <a:xfrm>
            <a:off x="10022840" y="4028440"/>
            <a:ext cx="579120" cy="579120"/>
          </a:xfrm>
          <a:prstGeom prst="ellipse">
            <a:avLst/>
          </a:prstGeom>
          <a:solidFill>
            <a:srgbClr val="FFF0DF"/>
          </a:solidFill>
          <a:ln>
            <a:solidFill>
              <a:srgbClr val="AE65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2" name="Oval 31">
            <a:extLst>
              <a:ext uri="{FF2B5EF4-FFF2-40B4-BE49-F238E27FC236}">
                <a16:creationId xmlns:a16="http://schemas.microsoft.com/office/drawing/2014/main" id="{892640AB-4573-776E-06AD-97B74A5BF6A0}"/>
              </a:ext>
            </a:extLst>
          </p:cNvPr>
          <p:cNvSpPr/>
          <p:nvPr/>
        </p:nvSpPr>
        <p:spPr>
          <a:xfrm>
            <a:off x="9998710" y="4004310"/>
            <a:ext cx="627380" cy="627380"/>
          </a:xfrm>
          <a:prstGeom prst="ellipse">
            <a:avLst/>
          </a:prstGeom>
          <a:noFill/>
          <a:ln w="19050" cap="flat" cmpd="sng" algn="ctr">
            <a:solidFill>
              <a:srgbClr val="AE651D"/>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33" name="Straight Connector 32">
            <a:extLst>
              <a:ext uri="{FF2B5EF4-FFF2-40B4-BE49-F238E27FC236}">
                <a16:creationId xmlns:a16="http://schemas.microsoft.com/office/drawing/2014/main" id="{15AF4786-EB0C-D368-8F26-932BC7905A8E}"/>
              </a:ext>
            </a:extLst>
          </p:cNvPr>
          <p:cNvCxnSpPr/>
          <p:nvPr/>
        </p:nvCxnSpPr>
        <p:spPr>
          <a:xfrm flipV="1">
            <a:off x="8382000" y="3385302"/>
            <a:ext cx="1107339" cy="932698"/>
          </a:xfrm>
          <a:prstGeom prst="line">
            <a:avLst/>
          </a:prstGeom>
          <a:ln w="144780">
            <a:solidFill>
              <a:srgbClr val="2459D3"/>
            </a:solidFill>
          </a:ln>
        </p:spPr>
        <p:style>
          <a:lnRef idx="2">
            <a:schemeClr val="accent1"/>
          </a:lnRef>
          <a:fillRef idx="0">
            <a:schemeClr val="accent1"/>
          </a:fillRef>
          <a:effectRef idx="1">
            <a:schemeClr val="accent1"/>
          </a:effectRef>
          <a:fontRef idx="minor">
            <a:schemeClr val="tx1"/>
          </a:fontRef>
        </p:style>
      </p:cxnSp>
      <p:sp>
        <p:nvSpPr>
          <p:cNvPr id="34" name="Oval 33">
            <a:extLst>
              <a:ext uri="{FF2B5EF4-FFF2-40B4-BE49-F238E27FC236}">
                <a16:creationId xmlns:a16="http://schemas.microsoft.com/office/drawing/2014/main" id="{48481626-1339-597C-C3D1-2866B643E1BF}"/>
              </a:ext>
            </a:extLst>
          </p:cNvPr>
          <p:cNvSpPr/>
          <p:nvPr/>
        </p:nvSpPr>
        <p:spPr>
          <a:xfrm>
            <a:off x="8309610" y="4245610"/>
            <a:ext cx="144780" cy="14478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5" name="Oval 34">
            <a:extLst>
              <a:ext uri="{FF2B5EF4-FFF2-40B4-BE49-F238E27FC236}">
                <a16:creationId xmlns:a16="http://schemas.microsoft.com/office/drawing/2014/main" id="{7445841C-920B-9AF4-DE11-4BDD75CF1F89}"/>
              </a:ext>
            </a:extLst>
          </p:cNvPr>
          <p:cNvSpPr/>
          <p:nvPr/>
        </p:nvSpPr>
        <p:spPr>
          <a:xfrm>
            <a:off x="9416948" y="3312912"/>
            <a:ext cx="144781" cy="14478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36" name="Straight Connector 35">
            <a:extLst>
              <a:ext uri="{FF2B5EF4-FFF2-40B4-BE49-F238E27FC236}">
                <a16:creationId xmlns:a16="http://schemas.microsoft.com/office/drawing/2014/main" id="{B43E0F91-907B-42BA-2DA4-3301448BBF3A}"/>
              </a:ext>
            </a:extLst>
          </p:cNvPr>
          <p:cNvCxnSpPr/>
          <p:nvPr/>
        </p:nvCxnSpPr>
        <p:spPr>
          <a:xfrm flipV="1">
            <a:off x="9489339" y="3288942"/>
            <a:ext cx="960377" cy="96360"/>
          </a:xfrm>
          <a:prstGeom prst="line">
            <a:avLst/>
          </a:prstGeom>
          <a:ln w="144780">
            <a:solidFill>
              <a:srgbClr val="E88932"/>
            </a:solidFill>
          </a:ln>
        </p:spPr>
        <p:style>
          <a:lnRef idx="2">
            <a:schemeClr val="accent1"/>
          </a:lnRef>
          <a:fillRef idx="0">
            <a:schemeClr val="accent1"/>
          </a:fillRef>
          <a:effectRef idx="1">
            <a:schemeClr val="accent1"/>
          </a:effectRef>
          <a:fontRef idx="minor">
            <a:schemeClr val="tx1"/>
          </a:fontRef>
        </p:style>
      </p:cxnSp>
      <p:sp>
        <p:nvSpPr>
          <p:cNvPr id="37" name="Oval 36">
            <a:extLst>
              <a:ext uri="{FF2B5EF4-FFF2-40B4-BE49-F238E27FC236}">
                <a16:creationId xmlns:a16="http://schemas.microsoft.com/office/drawing/2014/main" id="{ECA3B98D-3FCE-9F0B-5ECF-0E22DF58AC35}"/>
              </a:ext>
            </a:extLst>
          </p:cNvPr>
          <p:cNvSpPr/>
          <p:nvPr/>
        </p:nvSpPr>
        <p:spPr>
          <a:xfrm>
            <a:off x="9416948" y="3312912"/>
            <a:ext cx="144781" cy="144780"/>
          </a:xfrm>
          <a:prstGeom prst="ellipse">
            <a:avLst/>
          </a:prstGeom>
          <a:solidFill>
            <a:srgbClr val="E889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8" name="Oval 37">
            <a:extLst>
              <a:ext uri="{FF2B5EF4-FFF2-40B4-BE49-F238E27FC236}">
                <a16:creationId xmlns:a16="http://schemas.microsoft.com/office/drawing/2014/main" id="{FD1D1CEA-87CA-B853-6284-8B591956CA47}"/>
              </a:ext>
            </a:extLst>
          </p:cNvPr>
          <p:cNvSpPr/>
          <p:nvPr/>
        </p:nvSpPr>
        <p:spPr>
          <a:xfrm>
            <a:off x="10377326" y="3216553"/>
            <a:ext cx="144781" cy="144779"/>
          </a:xfrm>
          <a:prstGeom prst="ellipse">
            <a:avLst/>
          </a:prstGeom>
          <a:solidFill>
            <a:srgbClr val="E889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9" name="Oval 38">
            <a:extLst>
              <a:ext uri="{FF2B5EF4-FFF2-40B4-BE49-F238E27FC236}">
                <a16:creationId xmlns:a16="http://schemas.microsoft.com/office/drawing/2014/main" id="{9A77F99D-3A55-326A-9C6C-0E764BFAC9F7}"/>
              </a:ext>
            </a:extLst>
          </p:cNvPr>
          <p:cNvSpPr/>
          <p:nvPr/>
        </p:nvSpPr>
        <p:spPr>
          <a:xfrm>
            <a:off x="8293100" y="4229100"/>
            <a:ext cx="177800" cy="177800"/>
          </a:xfrm>
          <a:prstGeom prst="ellipse">
            <a:avLst/>
          </a:prstGeom>
          <a:solidFill>
            <a:srgbClr val="1528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0" name="text_39">
            <a:extLst>
              <a:ext uri="{FF2B5EF4-FFF2-40B4-BE49-F238E27FC236}">
                <a16:creationId xmlns:a16="http://schemas.microsoft.com/office/drawing/2014/main" id="{38D588FC-7EA1-3BBD-6629-89DF4A08AE8B}"/>
              </a:ext>
            </a:extLst>
          </p:cNvPr>
          <p:cNvSpPr txBox="1"/>
          <p:nvPr/>
        </p:nvSpPr>
        <p:spPr>
          <a:xfrm>
            <a:off x="8001000" y="5549899"/>
            <a:ext cx="3429000" cy="4445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q = (0.7, −0.6)</a:t>
            </a:r>
          </a:p>
        </p:txBody>
      </p:sp>
    </p:spTree>
    <p:extLst>
      <p:ext uri="{BB962C8B-B14F-4D97-AF65-F5344CB8AC3E}">
        <p14:creationId xmlns:p14="http://schemas.microsoft.com/office/powerpoint/2010/main" val="20796859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93A76E03-2E92-D0C8-9355-86FBA5F46267}"/>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04 / CONFIGURATION SPACE &amp; PRM</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2D8E705F-80D4-9574-C946-869F5548E2BC}"/>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Three kinds of planning</a:t>
            </a:r>
          </a:p>
        </p:txBody>
      </p:sp>
      <p:sp>
        <p:nvSpPr>
          <p:cNvPr id="4" name="text_3">
            <a:extLst>
              <a:ext uri="{FF2B5EF4-FFF2-40B4-BE49-F238E27FC236}">
                <a16:creationId xmlns:a16="http://schemas.microsoft.com/office/drawing/2014/main" id="{0B1385E4-97B5-5D05-E70E-2C0F85C62225}"/>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Choose actions, search connections, and realize robot motion.</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C4DAAC14-D978-5BF0-A0DF-1D4E65B8E716}"/>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872A41D2-2EE1-44C7-506E-33B1CD06A5E3}"/>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Motion Planning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31AC617A-58B4-B8B2-C150-DFD968CBEE6E}"/>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03</a:t>
            </a:r>
          </a:p>
        </p:txBody>
      </p:sp>
      <p:sp>
        <p:nvSpPr>
          <p:cNvPr id="8" name="Rectangle: Rounded Corners 7">
            <a:extLst>
              <a:ext uri="{FF2B5EF4-FFF2-40B4-BE49-F238E27FC236}">
                <a16:creationId xmlns:a16="http://schemas.microsoft.com/office/drawing/2014/main" id="{5AE256DE-8D8D-57FF-6E1A-B3C4D0DDFCFD}"/>
              </a:ext>
            </a:extLst>
          </p:cNvPr>
          <p:cNvSpPr/>
          <p:nvPr/>
        </p:nvSpPr>
        <p:spPr>
          <a:xfrm>
            <a:off x="685800" y="2679700"/>
            <a:ext cx="3454400" cy="28067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73018744-AF66-A8FB-3326-E68F870F98C6}"/>
              </a:ext>
            </a:extLst>
          </p:cNvPr>
          <p:cNvSpPr txBox="1"/>
          <p:nvPr/>
        </p:nvSpPr>
        <p:spPr>
          <a:xfrm>
            <a:off x="914400" y="2870199"/>
            <a:ext cx="29972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Task planning</a:t>
            </a:r>
          </a:p>
        </p:txBody>
      </p:sp>
      <p:sp>
        <p:nvSpPr>
          <p:cNvPr id="10" name="text_9">
            <a:extLst>
              <a:ext uri="{FF2B5EF4-FFF2-40B4-BE49-F238E27FC236}">
                <a16:creationId xmlns:a16="http://schemas.microsoft.com/office/drawing/2014/main" id="{9C199CDC-A1C3-5789-1CEC-089056A908B7}"/>
              </a:ext>
            </a:extLst>
          </p:cNvPr>
          <p:cNvSpPr txBox="1"/>
          <p:nvPr/>
        </p:nvSpPr>
        <p:spPr>
          <a:xfrm>
            <a:off x="914400" y="3492499"/>
            <a:ext cx="2997200" cy="19431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Approach → grasp → place
Choose actions.</a:t>
            </a:r>
            <a:endParaRPr lang="en-IL" sz="2400">
              <a:solidFill>
                <a:srgbClr val="15283B"/>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3E8E902E-4506-7E91-6897-C7053D250A6B}"/>
              </a:ext>
            </a:extLst>
          </p:cNvPr>
          <p:cNvSpPr/>
          <p:nvPr/>
        </p:nvSpPr>
        <p:spPr>
          <a:xfrm>
            <a:off x="4368800" y="2679700"/>
            <a:ext cx="3454400" cy="28067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F4D030A2-C87E-11E4-1CE1-2115F9C9B203}"/>
              </a:ext>
            </a:extLst>
          </p:cNvPr>
          <p:cNvSpPr txBox="1"/>
          <p:nvPr/>
        </p:nvSpPr>
        <p:spPr>
          <a:xfrm>
            <a:off x="4597400" y="2870199"/>
            <a:ext cx="29972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Graph search</a:t>
            </a:r>
          </a:p>
        </p:txBody>
      </p:sp>
      <p:sp>
        <p:nvSpPr>
          <p:cNvPr id="13" name="text_12">
            <a:extLst>
              <a:ext uri="{FF2B5EF4-FFF2-40B4-BE49-F238E27FC236}">
                <a16:creationId xmlns:a16="http://schemas.microsoft.com/office/drawing/2014/main" id="{6F254CBD-813A-6283-56FF-04D6A89CB0A1}"/>
              </a:ext>
            </a:extLst>
          </p:cNvPr>
          <p:cNvSpPr txBox="1"/>
          <p:nvPr/>
        </p:nvSpPr>
        <p:spPr>
          <a:xfrm>
            <a:off x="4597400" y="3492499"/>
            <a:ext cx="2997200" cy="19431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Find a route among known connections.</a:t>
            </a:r>
            <a:endParaRPr lang="en-IL" sz="2400">
              <a:solidFill>
                <a:srgbClr val="15283B"/>
              </a:solidFill>
              <a:latin typeface="Aptos" panose="020B0004020202020204" pitchFamily="34" charset="0"/>
            </a:endParaRPr>
          </a:p>
        </p:txBody>
      </p:sp>
      <p:sp>
        <p:nvSpPr>
          <p:cNvPr id="14" name="Rectangle: Rounded Corners 13">
            <a:extLst>
              <a:ext uri="{FF2B5EF4-FFF2-40B4-BE49-F238E27FC236}">
                <a16:creationId xmlns:a16="http://schemas.microsoft.com/office/drawing/2014/main" id="{6998A8C1-F82F-458D-94CF-C9A85E58E81A}"/>
              </a:ext>
            </a:extLst>
          </p:cNvPr>
          <p:cNvSpPr/>
          <p:nvPr/>
        </p:nvSpPr>
        <p:spPr>
          <a:xfrm>
            <a:off x="8051800" y="2679700"/>
            <a:ext cx="3454400" cy="28067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78404F4D-CC14-0AFD-385A-883DA99A06D6}"/>
              </a:ext>
            </a:extLst>
          </p:cNvPr>
          <p:cNvSpPr txBox="1"/>
          <p:nvPr/>
        </p:nvSpPr>
        <p:spPr>
          <a:xfrm>
            <a:off x="8280400" y="2870199"/>
            <a:ext cx="29972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Motion planning</a:t>
            </a:r>
          </a:p>
        </p:txBody>
      </p:sp>
      <p:sp>
        <p:nvSpPr>
          <p:cNvPr id="16" name="text_15">
            <a:extLst>
              <a:ext uri="{FF2B5EF4-FFF2-40B4-BE49-F238E27FC236}">
                <a16:creationId xmlns:a16="http://schemas.microsoft.com/office/drawing/2014/main" id="{FC496CE9-4502-B06A-BB82-1622EA943C73}"/>
              </a:ext>
            </a:extLst>
          </p:cNvPr>
          <p:cNvSpPr txBox="1"/>
          <p:nvPr/>
        </p:nvSpPr>
        <p:spPr>
          <a:xfrm>
            <a:off x="8280400" y="3492499"/>
            <a:ext cx="2997200" cy="19431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Move the whole robot without collision.</a:t>
            </a:r>
            <a:endParaRPr lang="en-IL" sz="2400">
              <a:solidFill>
                <a:srgbClr val="15283B"/>
              </a:solidFill>
              <a:latin typeface="Aptos" panose="020B0004020202020204" pitchFamily="34" charset="0"/>
            </a:endParaRPr>
          </a:p>
        </p:txBody>
      </p:sp>
      <p:sp>
        <p:nvSpPr>
          <p:cNvPr id="17" name="text_16">
            <a:extLst>
              <a:ext uri="{FF2B5EF4-FFF2-40B4-BE49-F238E27FC236}">
                <a16:creationId xmlns:a16="http://schemas.microsoft.com/office/drawing/2014/main" id="{F29C0436-65CA-96DF-6A63-3281CD66B35E}"/>
              </a:ext>
            </a:extLst>
          </p:cNvPr>
          <p:cNvSpPr txBox="1"/>
          <p:nvPr/>
        </p:nvSpPr>
        <p:spPr>
          <a:xfrm>
            <a:off x="685800" y="5727699"/>
            <a:ext cx="10820400" cy="508000"/>
          </a:xfrm>
          <a:prstGeom prst="rect">
            <a:avLst/>
          </a:prstGeom>
          <a:noFill/>
        </p:spPr>
        <p:txBody>
          <a:bodyPr vert="horz" wrap="square" lIns="0" tIns="0" rIns="0" bIns="0" rtlCol="0" anchor="t">
            <a:noAutofit/>
          </a:bodyPr>
          <a:lstStyle/>
          <a:p>
            <a:r>
              <a:rPr lang="en-US" sz="2600" b="1">
                <a:solidFill>
                  <a:srgbClr val="15283B"/>
                </a:solidFill>
                <a:latin typeface="Aptos" panose="020B0004020202020204" pitchFamily="34" charset="0"/>
              </a:rPr>
              <a:t>PRM builds geometric connections, then searches them.</a:t>
            </a:r>
            <a:endParaRPr lang="en-IL" sz="2600" b="1">
              <a:solidFill>
                <a:srgbClr val="15283B"/>
              </a:solidFill>
              <a:latin typeface="Aptos" panose="020B0004020202020204" pitchFamily="34" charset="0"/>
            </a:endParaRPr>
          </a:p>
        </p:txBody>
      </p:sp>
    </p:spTree>
    <p:extLst>
      <p:ext uri="{BB962C8B-B14F-4D97-AF65-F5344CB8AC3E}">
        <p14:creationId xmlns:p14="http://schemas.microsoft.com/office/powerpoint/2010/main" val="8286570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DED39D3A-08B1-3C0D-AD05-30891E1FF2FB}"/>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04 / CONFIGURATION SPACE &amp; PRM</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6A1A3B89-0196-84ED-9FC4-2C3603E7FED1}"/>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Workspace versus configuration space</a:t>
            </a:r>
          </a:p>
        </p:txBody>
      </p:sp>
      <p:sp>
        <p:nvSpPr>
          <p:cNvPr id="4" name="text_3">
            <a:extLst>
              <a:ext uri="{FF2B5EF4-FFF2-40B4-BE49-F238E27FC236}">
                <a16:creationId xmlns:a16="http://schemas.microsoft.com/office/drawing/2014/main" id="{6D40FBF3-DDD4-21FA-75BF-7E4342A72A8E}"/>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One point in configuration space represents the whole arm.</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6162EC9B-254F-1367-99AE-B035F69D17C7}"/>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4EF6B45B-22DA-1384-93A6-9630BA068FD3}"/>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Motion Planning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8293F765-42EB-68A0-D525-62BAB0BD0AC4}"/>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04</a:t>
            </a:r>
          </a:p>
        </p:txBody>
      </p:sp>
      <p:sp>
        <p:nvSpPr>
          <p:cNvPr id="8" name="text_7">
            <a:extLst>
              <a:ext uri="{FF2B5EF4-FFF2-40B4-BE49-F238E27FC236}">
                <a16:creationId xmlns:a16="http://schemas.microsoft.com/office/drawing/2014/main" id="{85FA2091-938C-F9F2-0C6E-B5A7E01ADDF2}"/>
              </a:ext>
            </a:extLst>
          </p:cNvPr>
          <p:cNvSpPr txBox="1"/>
          <p:nvPr/>
        </p:nvSpPr>
        <p:spPr>
          <a:xfrm>
            <a:off x="685800" y="2578099"/>
            <a:ext cx="4318000" cy="508000"/>
          </a:xfrm>
          <a:prstGeom prst="rect">
            <a:avLst/>
          </a:prstGeom>
          <a:noFill/>
        </p:spPr>
        <p:txBody>
          <a:bodyPr vert="horz" wrap="square" lIns="0" tIns="0" rIns="0" bIns="0" rtlCol="0" anchor="t">
            <a:noAutofit/>
          </a:bodyPr>
          <a:lstStyle/>
          <a:p>
            <a:r>
              <a:rPr lang="en-IL" sz="2700" b="1">
                <a:solidFill>
                  <a:srgbClr val="2459D3"/>
                </a:solidFill>
                <a:latin typeface="Aptos" panose="020B0004020202020204" pitchFamily="34" charset="0"/>
              </a:rPr>
              <a:t>Workspace · metres</a:t>
            </a:r>
          </a:p>
        </p:txBody>
      </p:sp>
      <p:sp>
        <p:nvSpPr>
          <p:cNvPr id="9" name="Oval 8">
            <a:extLst>
              <a:ext uri="{FF2B5EF4-FFF2-40B4-BE49-F238E27FC236}">
                <a16:creationId xmlns:a16="http://schemas.microsoft.com/office/drawing/2014/main" id="{F05A3BF3-17BE-1490-EB22-DBD059D6EF5C}"/>
              </a:ext>
            </a:extLst>
          </p:cNvPr>
          <p:cNvSpPr/>
          <p:nvPr/>
        </p:nvSpPr>
        <p:spPr>
          <a:xfrm>
            <a:off x="2964180" y="4005580"/>
            <a:ext cx="624840" cy="624840"/>
          </a:xfrm>
          <a:prstGeom prst="ellipse">
            <a:avLst/>
          </a:prstGeom>
          <a:solidFill>
            <a:srgbClr val="FFF0DF"/>
          </a:solidFill>
          <a:ln>
            <a:solidFill>
              <a:srgbClr val="AE65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 name="Oval 9">
            <a:extLst>
              <a:ext uri="{FF2B5EF4-FFF2-40B4-BE49-F238E27FC236}">
                <a16:creationId xmlns:a16="http://schemas.microsoft.com/office/drawing/2014/main" id="{7F045408-AE28-B6D1-454E-FE098291CF79}"/>
              </a:ext>
            </a:extLst>
          </p:cNvPr>
          <p:cNvSpPr/>
          <p:nvPr/>
        </p:nvSpPr>
        <p:spPr>
          <a:xfrm>
            <a:off x="2938145" y="3979545"/>
            <a:ext cx="676910" cy="676910"/>
          </a:xfrm>
          <a:prstGeom prst="ellipse">
            <a:avLst/>
          </a:prstGeom>
          <a:noFill/>
          <a:ln w="19050" cap="flat" cmpd="sng" algn="ctr">
            <a:solidFill>
              <a:srgbClr val="AE651D"/>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11" name="Straight Connector 10">
            <a:extLst>
              <a:ext uri="{FF2B5EF4-FFF2-40B4-BE49-F238E27FC236}">
                <a16:creationId xmlns:a16="http://schemas.microsoft.com/office/drawing/2014/main" id="{E0DE5480-9E10-06BA-23D5-9D1BE2F30C39}"/>
              </a:ext>
            </a:extLst>
          </p:cNvPr>
          <p:cNvCxnSpPr/>
          <p:nvPr/>
        </p:nvCxnSpPr>
        <p:spPr>
          <a:xfrm>
            <a:off x="1193800" y="4318000"/>
            <a:ext cx="911225" cy="0"/>
          </a:xfrm>
          <a:prstGeom prst="line">
            <a:avLst/>
          </a:prstGeom>
          <a:ln w="27940">
            <a:solidFill>
              <a:srgbClr val="526477"/>
            </a:solidFill>
            <a:tailEnd type="arrow"/>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4F37D548-0C64-A945-A3DB-EE5423751AE0}"/>
              </a:ext>
            </a:extLst>
          </p:cNvPr>
          <p:cNvCxnSpPr/>
          <p:nvPr/>
        </p:nvCxnSpPr>
        <p:spPr>
          <a:xfrm flipV="1">
            <a:off x="1193800" y="3406775"/>
            <a:ext cx="0" cy="911225"/>
          </a:xfrm>
          <a:prstGeom prst="line">
            <a:avLst/>
          </a:prstGeom>
          <a:ln w="27940">
            <a:solidFill>
              <a:srgbClr val="526477"/>
            </a:solidFill>
            <a:tailEnd type="arrow"/>
          </a:ln>
        </p:spPr>
        <p:style>
          <a:lnRef idx="2">
            <a:schemeClr val="accent1"/>
          </a:lnRef>
          <a:fillRef idx="0">
            <a:schemeClr val="accent1"/>
          </a:fillRef>
          <a:effectRef idx="1">
            <a:schemeClr val="accent1"/>
          </a:effectRef>
          <a:fontRef idx="minor">
            <a:schemeClr val="tx1"/>
          </a:fontRef>
        </p:style>
      </p:cxnSp>
      <p:sp>
        <p:nvSpPr>
          <p:cNvPr id="13" name="text_12">
            <a:extLst>
              <a:ext uri="{FF2B5EF4-FFF2-40B4-BE49-F238E27FC236}">
                <a16:creationId xmlns:a16="http://schemas.microsoft.com/office/drawing/2014/main" id="{6033012F-34AE-DF7B-D1A8-F7E9DC43BB3C}"/>
              </a:ext>
            </a:extLst>
          </p:cNvPr>
          <p:cNvSpPr txBox="1"/>
          <p:nvPr/>
        </p:nvSpPr>
        <p:spPr>
          <a:xfrm>
            <a:off x="2105025" y="4356099"/>
            <a:ext cx="406400" cy="4064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x</a:t>
            </a:r>
          </a:p>
        </p:txBody>
      </p:sp>
      <p:sp>
        <p:nvSpPr>
          <p:cNvPr id="14" name="text_13">
            <a:extLst>
              <a:ext uri="{FF2B5EF4-FFF2-40B4-BE49-F238E27FC236}">
                <a16:creationId xmlns:a16="http://schemas.microsoft.com/office/drawing/2014/main" id="{A8D341F9-DDF7-573D-2769-8FCD5CEE31C7}"/>
              </a:ext>
            </a:extLst>
          </p:cNvPr>
          <p:cNvSpPr txBox="1"/>
          <p:nvPr/>
        </p:nvSpPr>
        <p:spPr>
          <a:xfrm>
            <a:off x="863600" y="3152774"/>
            <a:ext cx="381000" cy="4064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y</a:t>
            </a:r>
          </a:p>
        </p:txBody>
      </p:sp>
      <p:cxnSp>
        <p:nvCxnSpPr>
          <p:cNvPr id="15" name="Straight Connector 14">
            <a:extLst>
              <a:ext uri="{FF2B5EF4-FFF2-40B4-BE49-F238E27FC236}">
                <a16:creationId xmlns:a16="http://schemas.microsoft.com/office/drawing/2014/main" id="{F51009FF-0775-23FD-5C02-29CDA47C1718}"/>
              </a:ext>
            </a:extLst>
          </p:cNvPr>
          <p:cNvCxnSpPr/>
          <p:nvPr/>
        </p:nvCxnSpPr>
        <p:spPr>
          <a:xfrm>
            <a:off x="1193800" y="4318000"/>
            <a:ext cx="1194760" cy="1006332"/>
          </a:xfrm>
          <a:prstGeom prst="line">
            <a:avLst/>
          </a:prstGeom>
          <a:ln w="156210">
            <a:solidFill>
              <a:srgbClr val="2459D3"/>
            </a:solidFill>
          </a:ln>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0EEB9883-4461-ED91-12C5-D7DD39C0844F}"/>
              </a:ext>
            </a:extLst>
          </p:cNvPr>
          <p:cNvSpPr/>
          <p:nvPr/>
        </p:nvSpPr>
        <p:spPr>
          <a:xfrm>
            <a:off x="1115695" y="4239895"/>
            <a:ext cx="156210" cy="15621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Oval 16">
            <a:extLst>
              <a:ext uri="{FF2B5EF4-FFF2-40B4-BE49-F238E27FC236}">
                <a16:creationId xmlns:a16="http://schemas.microsoft.com/office/drawing/2014/main" id="{3F0D9175-81C1-93BB-8A05-116DE86C60C1}"/>
              </a:ext>
            </a:extLst>
          </p:cNvPr>
          <p:cNvSpPr/>
          <p:nvPr/>
        </p:nvSpPr>
        <p:spPr>
          <a:xfrm>
            <a:off x="2310455" y="5246227"/>
            <a:ext cx="156210" cy="15621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18" name="Straight Connector 17">
            <a:extLst>
              <a:ext uri="{FF2B5EF4-FFF2-40B4-BE49-F238E27FC236}">
                <a16:creationId xmlns:a16="http://schemas.microsoft.com/office/drawing/2014/main" id="{D09653EC-43DB-B2C2-B8A5-C4942817F531}"/>
              </a:ext>
            </a:extLst>
          </p:cNvPr>
          <p:cNvCxnSpPr/>
          <p:nvPr/>
        </p:nvCxnSpPr>
        <p:spPr>
          <a:xfrm>
            <a:off x="2388560" y="5324332"/>
            <a:ext cx="1036197" cy="103967"/>
          </a:xfrm>
          <a:prstGeom prst="line">
            <a:avLst/>
          </a:prstGeom>
          <a:ln w="156210">
            <a:solidFill>
              <a:srgbClr val="E88932"/>
            </a:solidFill>
          </a:ln>
        </p:spPr>
        <p:style>
          <a:lnRef idx="2">
            <a:schemeClr val="accent1"/>
          </a:lnRef>
          <a:fillRef idx="0">
            <a:schemeClr val="accent1"/>
          </a:fillRef>
          <a:effectRef idx="1">
            <a:schemeClr val="accent1"/>
          </a:effectRef>
          <a:fontRef idx="minor">
            <a:schemeClr val="tx1"/>
          </a:fontRef>
        </p:style>
      </p:cxnSp>
      <p:sp>
        <p:nvSpPr>
          <p:cNvPr id="19" name="Oval 18">
            <a:extLst>
              <a:ext uri="{FF2B5EF4-FFF2-40B4-BE49-F238E27FC236}">
                <a16:creationId xmlns:a16="http://schemas.microsoft.com/office/drawing/2014/main" id="{DD6B535E-AD78-2987-6DF9-AD444D62670D}"/>
              </a:ext>
            </a:extLst>
          </p:cNvPr>
          <p:cNvSpPr/>
          <p:nvPr/>
        </p:nvSpPr>
        <p:spPr>
          <a:xfrm>
            <a:off x="2310455" y="5246227"/>
            <a:ext cx="156210" cy="156210"/>
          </a:xfrm>
          <a:prstGeom prst="ellipse">
            <a:avLst/>
          </a:prstGeom>
          <a:solidFill>
            <a:srgbClr val="E889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0" name="Oval 19">
            <a:extLst>
              <a:ext uri="{FF2B5EF4-FFF2-40B4-BE49-F238E27FC236}">
                <a16:creationId xmlns:a16="http://schemas.microsoft.com/office/drawing/2014/main" id="{301A88CD-A1A9-B368-8523-9030E216357F}"/>
              </a:ext>
            </a:extLst>
          </p:cNvPr>
          <p:cNvSpPr/>
          <p:nvPr/>
        </p:nvSpPr>
        <p:spPr>
          <a:xfrm>
            <a:off x="3346652" y="5350194"/>
            <a:ext cx="156210" cy="156210"/>
          </a:xfrm>
          <a:prstGeom prst="ellipse">
            <a:avLst/>
          </a:prstGeom>
          <a:solidFill>
            <a:srgbClr val="E889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1" name="Oval 20">
            <a:extLst>
              <a:ext uri="{FF2B5EF4-FFF2-40B4-BE49-F238E27FC236}">
                <a16:creationId xmlns:a16="http://schemas.microsoft.com/office/drawing/2014/main" id="{C0E8F5B8-9690-9192-E52F-20341DC875B6}"/>
              </a:ext>
            </a:extLst>
          </p:cNvPr>
          <p:cNvSpPr/>
          <p:nvPr/>
        </p:nvSpPr>
        <p:spPr>
          <a:xfrm>
            <a:off x="1104900" y="4229100"/>
            <a:ext cx="177800" cy="177800"/>
          </a:xfrm>
          <a:prstGeom prst="ellipse">
            <a:avLst/>
          </a:prstGeom>
          <a:solidFill>
            <a:srgbClr val="1528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2" name="text_21">
            <a:extLst>
              <a:ext uri="{FF2B5EF4-FFF2-40B4-BE49-F238E27FC236}">
                <a16:creationId xmlns:a16="http://schemas.microsoft.com/office/drawing/2014/main" id="{B49B3070-3586-BE74-DC1A-EE506580B939}"/>
              </a:ext>
            </a:extLst>
          </p:cNvPr>
          <p:cNvSpPr txBox="1"/>
          <p:nvPr/>
        </p:nvSpPr>
        <p:spPr>
          <a:xfrm>
            <a:off x="685800" y="5575299"/>
            <a:ext cx="5283200" cy="508000"/>
          </a:xfrm>
          <a:prstGeom prst="rect">
            <a:avLst/>
          </a:prstGeom>
          <a:noFill/>
        </p:spPr>
        <p:txBody>
          <a:bodyPr vert="horz" wrap="square" lIns="0" tIns="0" rIns="0" bIns="0" rtlCol="0" anchor="t">
            <a:noAutofit/>
          </a:bodyPr>
          <a:lstStyle/>
          <a:p>
            <a:r>
              <a:rPr lang="en-IL" sz="2600">
                <a:solidFill>
                  <a:srgbClr val="15283B"/>
                </a:solidFill>
                <a:latin typeface="Aptos" panose="020B0004020202020204" pitchFamily="34" charset="0"/>
              </a:rPr>
              <a:t>Links: 0.6 m + 0.4 m</a:t>
            </a:r>
          </a:p>
        </p:txBody>
      </p:sp>
      <p:sp>
        <p:nvSpPr>
          <p:cNvPr id="23" name="Rectangle 22">
            <a:extLst>
              <a:ext uri="{FF2B5EF4-FFF2-40B4-BE49-F238E27FC236}">
                <a16:creationId xmlns:a16="http://schemas.microsoft.com/office/drawing/2014/main" id="{371FDE15-0791-22D0-865E-77807C083655}"/>
              </a:ext>
            </a:extLst>
          </p:cNvPr>
          <p:cNvSpPr/>
          <p:nvPr/>
        </p:nvSpPr>
        <p:spPr>
          <a:xfrm>
            <a:off x="7912100" y="2641600"/>
            <a:ext cx="2794000" cy="27940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24" name="Straight Connector 23">
            <a:extLst>
              <a:ext uri="{FF2B5EF4-FFF2-40B4-BE49-F238E27FC236}">
                <a16:creationId xmlns:a16="http://schemas.microsoft.com/office/drawing/2014/main" id="{11FB1A3A-5E01-9DC7-D707-9B8EF755E6B3}"/>
              </a:ext>
            </a:extLst>
          </p:cNvPr>
          <p:cNvCxnSpPr/>
          <p:nvPr/>
        </p:nvCxnSpPr>
        <p:spPr>
          <a:xfrm>
            <a:off x="7912100" y="2641600"/>
            <a:ext cx="27940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D1B97FFB-0D2C-D757-52B9-DB67F9061734}"/>
              </a:ext>
            </a:extLst>
          </p:cNvPr>
          <p:cNvCxnSpPr/>
          <p:nvPr/>
        </p:nvCxnSpPr>
        <p:spPr>
          <a:xfrm>
            <a:off x="7912100" y="5435600"/>
            <a:ext cx="27940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6DFD5FAC-A0EB-A6E6-D6FF-7475BC63910D}"/>
              </a:ext>
            </a:extLst>
          </p:cNvPr>
          <p:cNvCxnSpPr/>
          <p:nvPr/>
        </p:nvCxnSpPr>
        <p:spPr>
          <a:xfrm>
            <a:off x="7912100" y="2641600"/>
            <a:ext cx="0" cy="279400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3906E894-9B07-C13A-31AF-59C4E9B7C3C4}"/>
              </a:ext>
            </a:extLst>
          </p:cNvPr>
          <p:cNvCxnSpPr/>
          <p:nvPr/>
        </p:nvCxnSpPr>
        <p:spPr>
          <a:xfrm>
            <a:off x="10706100" y="2641600"/>
            <a:ext cx="0" cy="279400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AE284850-8307-D54D-6594-5A1F64AF0535}"/>
              </a:ext>
            </a:extLst>
          </p:cNvPr>
          <p:cNvCxnSpPr/>
          <p:nvPr/>
        </p:nvCxnSpPr>
        <p:spPr>
          <a:xfrm>
            <a:off x="9309100" y="2641600"/>
            <a:ext cx="0" cy="2794000"/>
          </a:xfrm>
          <a:prstGeom prst="line">
            <a:avLst/>
          </a:prstGeom>
          <a:ln w="27940">
            <a:solidFill>
              <a:srgbClr val="D7E0E9"/>
            </a:solidFill>
            <a:prstDash val="dash"/>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CCB77C6C-C798-C811-D072-3068A16D6ACF}"/>
              </a:ext>
            </a:extLst>
          </p:cNvPr>
          <p:cNvCxnSpPr/>
          <p:nvPr/>
        </p:nvCxnSpPr>
        <p:spPr>
          <a:xfrm>
            <a:off x="7912100" y="4038600"/>
            <a:ext cx="2794000" cy="0"/>
          </a:xfrm>
          <a:prstGeom prst="line">
            <a:avLst/>
          </a:prstGeom>
          <a:ln w="27940">
            <a:solidFill>
              <a:srgbClr val="D7E0E9"/>
            </a:solidFill>
            <a:prstDash val="dash"/>
          </a:ln>
        </p:spPr>
        <p:style>
          <a:lnRef idx="2">
            <a:schemeClr val="accent1"/>
          </a:lnRef>
          <a:fillRef idx="0">
            <a:schemeClr val="accent1"/>
          </a:fillRef>
          <a:effectRef idx="1">
            <a:schemeClr val="accent1"/>
          </a:effectRef>
          <a:fontRef idx="minor">
            <a:schemeClr val="tx1"/>
          </a:fontRef>
        </p:style>
      </p:cxnSp>
      <p:sp>
        <p:nvSpPr>
          <p:cNvPr id="30" name="text_29">
            <a:extLst>
              <a:ext uri="{FF2B5EF4-FFF2-40B4-BE49-F238E27FC236}">
                <a16:creationId xmlns:a16="http://schemas.microsoft.com/office/drawing/2014/main" id="{4B701BEC-3083-B177-2E52-19B30AB98C29}"/>
              </a:ext>
            </a:extLst>
          </p:cNvPr>
          <p:cNvSpPr txBox="1"/>
          <p:nvPr/>
        </p:nvSpPr>
        <p:spPr>
          <a:xfrm>
            <a:off x="8953500" y="5499099"/>
            <a:ext cx="1524000" cy="4064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q₁ (rad)</a:t>
            </a:r>
          </a:p>
        </p:txBody>
      </p:sp>
      <p:sp>
        <p:nvSpPr>
          <p:cNvPr id="31" name="text_30">
            <a:extLst>
              <a:ext uri="{FF2B5EF4-FFF2-40B4-BE49-F238E27FC236}">
                <a16:creationId xmlns:a16="http://schemas.microsoft.com/office/drawing/2014/main" id="{8DF87D8B-C819-5C7F-AE9B-D10C665855D5}"/>
              </a:ext>
            </a:extLst>
          </p:cNvPr>
          <p:cNvSpPr txBox="1"/>
          <p:nvPr/>
        </p:nvSpPr>
        <p:spPr>
          <a:xfrm>
            <a:off x="7404100" y="2578099"/>
            <a:ext cx="482600" cy="431800"/>
          </a:xfrm>
          <a:prstGeom prst="rect">
            <a:avLst/>
          </a:prstGeom>
          <a:noFill/>
        </p:spPr>
        <p:txBody>
          <a:bodyPr vert="horz" wrap="square" lIns="0" tIns="0" rIns="0" bIns="0" rtlCol="0" anchor="t">
            <a:noAutofit/>
          </a:bodyPr>
          <a:lstStyle/>
          <a:p>
            <a:r>
              <a:rPr lang="el-GR" sz="2400">
                <a:solidFill>
                  <a:srgbClr val="526477"/>
                </a:solidFill>
                <a:latin typeface="Aptos" panose="020B0004020202020204" pitchFamily="34" charset="0"/>
              </a:rPr>
              <a:t>π</a:t>
            </a:r>
            <a:endParaRPr lang="en-IL" sz="2400">
              <a:solidFill>
                <a:srgbClr val="526477"/>
              </a:solidFill>
              <a:latin typeface="Aptos" panose="020B0004020202020204" pitchFamily="34" charset="0"/>
            </a:endParaRPr>
          </a:p>
        </p:txBody>
      </p:sp>
      <p:sp>
        <p:nvSpPr>
          <p:cNvPr id="32" name="text_31">
            <a:extLst>
              <a:ext uri="{FF2B5EF4-FFF2-40B4-BE49-F238E27FC236}">
                <a16:creationId xmlns:a16="http://schemas.microsoft.com/office/drawing/2014/main" id="{4DF266CB-E815-0BED-4666-5356CE6BBAD8}"/>
              </a:ext>
            </a:extLst>
          </p:cNvPr>
          <p:cNvSpPr txBox="1"/>
          <p:nvPr/>
        </p:nvSpPr>
        <p:spPr>
          <a:xfrm>
            <a:off x="7302500" y="5118099"/>
            <a:ext cx="546100" cy="431800"/>
          </a:xfrm>
          <a:prstGeom prst="rect">
            <a:avLst/>
          </a:prstGeom>
          <a:noFill/>
        </p:spPr>
        <p:txBody>
          <a:bodyPr vert="horz" wrap="square" lIns="0" tIns="0" rIns="0" bIns="0" rtlCol="0" anchor="t">
            <a:noAutofit/>
          </a:bodyPr>
          <a:lstStyle/>
          <a:p>
            <a:r>
              <a:rPr lang="el-GR" sz="2400">
                <a:solidFill>
                  <a:srgbClr val="526477"/>
                </a:solidFill>
                <a:latin typeface="Aptos" panose="020B0004020202020204" pitchFamily="34" charset="0"/>
              </a:rPr>
              <a:t>−π</a:t>
            </a:r>
            <a:endParaRPr lang="en-IL" sz="2400">
              <a:solidFill>
                <a:srgbClr val="526477"/>
              </a:solidFill>
              <a:latin typeface="Aptos" panose="020B0004020202020204" pitchFamily="34" charset="0"/>
            </a:endParaRPr>
          </a:p>
        </p:txBody>
      </p:sp>
      <p:sp>
        <p:nvSpPr>
          <p:cNvPr id="33" name="text_32">
            <a:extLst>
              <a:ext uri="{FF2B5EF4-FFF2-40B4-BE49-F238E27FC236}">
                <a16:creationId xmlns:a16="http://schemas.microsoft.com/office/drawing/2014/main" id="{B1221803-87E3-53F6-FBA5-A986A290CAF6}"/>
              </a:ext>
            </a:extLst>
          </p:cNvPr>
          <p:cNvSpPr txBox="1"/>
          <p:nvPr/>
        </p:nvSpPr>
        <p:spPr>
          <a:xfrm>
            <a:off x="10795000" y="2666999"/>
            <a:ext cx="1143000" cy="4064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q₂</a:t>
            </a:r>
          </a:p>
        </p:txBody>
      </p:sp>
      <p:sp>
        <p:nvSpPr>
          <p:cNvPr id="34" name="Oval 33">
            <a:extLst>
              <a:ext uri="{FF2B5EF4-FFF2-40B4-BE49-F238E27FC236}">
                <a16:creationId xmlns:a16="http://schemas.microsoft.com/office/drawing/2014/main" id="{CC2B6FF5-8FC3-A540-0B46-95684E1E693F}"/>
              </a:ext>
            </a:extLst>
          </p:cNvPr>
          <p:cNvSpPr/>
          <p:nvPr/>
        </p:nvSpPr>
        <p:spPr>
          <a:xfrm>
            <a:off x="8896224" y="3670193"/>
            <a:ext cx="203200" cy="203200"/>
          </a:xfrm>
          <a:prstGeom prst="ellipse">
            <a:avLst/>
          </a:prstGeom>
          <a:solidFill>
            <a:srgbClr val="E889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5" name="text_34">
            <a:extLst>
              <a:ext uri="{FF2B5EF4-FFF2-40B4-BE49-F238E27FC236}">
                <a16:creationId xmlns:a16="http://schemas.microsoft.com/office/drawing/2014/main" id="{EBFB94A1-1EF7-5BCC-E080-62B1763EE3D3}"/>
              </a:ext>
            </a:extLst>
          </p:cNvPr>
          <p:cNvSpPr txBox="1"/>
          <p:nvPr/>
        </p:nvSpPr>
        <p:spPr>
          <a:xfrm>
            <a:off x="5715000" y="3835399"/>
            <a:ext cx="1879600" cy="762000"/>
          </a:xfrm>
          <a:prstGeom prst="rect">
            <a:avLst/>
          </a:prstGeom>
          <a:noFill/>
        </p:spPr>
        <p:txBody>
          <a:bodyPr vert="horz" wrap="square" lIns="0" tIns="0" rIns="0" bIns="0" rtlCol="0" anchor="t">
            <a:noAutofit/>
          </a:bodyPr>
          <a:lstStyle/>
          <a:p>
            <a:pPr algn="ctr"/>
            <a:r>
              <a:rPr lang="en-IL" sz="4800">
                <a:solidFill>
                  <a:srgbClr val="137F79"/>
                </a:solidFill>
                <a:latin typeface="Cambria Math" panose="02040503050406030204" pitchFamily="18" charset="0"/>
              </a:rPr>
              <a:t>↔</a:t>
            </a:r>
          </a:p>
        </p:txBody>
      </p:sp>
      <p:sp>
        <p:nvSpPr>
          <p:cNvPr id="36" name="text_35">
            <a:extLst>
              <a:ext uri="{FF2B5EF4-FFF2-40B4-BE49-F238E27FC236}">
                <a16:creationId xmlns:a16="http://schemas.microsoft.com/office/drawing/2014/main" id="{C77E0825-DAD6-5E89-47CE-83180FCCADA7}"/>
              </a:ext>
            </a:extLst>
          </p:cNvPr>
          <p:cNvSpPr txBox="1"/>
          <p:nvPr/>
        </p:nvSpPr>
        <p:spPr>
          <a:xfrm>
            <a:off x="6667500" y="5854699"/>
            <a:ext cx="4838700" cy="406400"/>
          </a:xfrm>
          <a:prstGeom prst="rect">
            <a:avLst/>
          </a:prstGeom>
          <a:noFill/>
        </p:spPr>
        <p:txBody>
          <a:bodyPr vert="horz" wrap="square" lIns="0" tIns="0" rIns="0" bIns="0" rtlCol="0" anchor="t">
            <a:noAutofit/>
          </a:bodyPr>
          <a:lstStyle/>
          <a:p>
            <a:r>
              <a:rPr lang="en-IL" sz="2600" b="1">
                <a:solidFill>
                  <a:srgbClr val="137F79"/>
                </a:solidFill>
                <a:latin typeface="Aptos" panose="020B0004020202020204" pitchFamily="34" charset="0"/>
              </a:rPr>
              <a:t>q = (−0.7, 0.6) rad</a:t>
            </a:r>
          </a:p>
        </p:txBody>
      </p:sp>
    </p:spTree>
    <p:extLst>
      <p:ext uri="{BB962C8B-B14F-4D97-AF65-F5344CB8AC3E}">
        <p14:creationId xmlns:p14="http://schemas.microsoft.com/office/powerpoint/2010/main" val="17906951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A5100336-264C-22E1-CA65-68A5893AD10C}"/>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04 / CONFIGURATION SPACE &amp; PRM</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A16A72D7-729B-142D-BBC8-C91D8F4E60F6}"/>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Obstacles become invalid configurations</a:t>
            </a:r>
          </a:p>
        </p:txBody>
      </p:sp>
      <p:sp>
        <p:nvSpPr>
          <p:cNvPr id="4" name="text_3">
            <a:extLst>
              <a:ext uri="{FF2B5EF4-FFF2-40B4-BE49-F238E27FC236}">
                <a16:creationId xmlns:a16="http://schemas.microsoft.com/office/drawing/2014/main" id="{7640AC4C-C970-C2A2-15A7-309BB0C69919}"/>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Check the robot geometry, not only its end effector.</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6AD4C2BC-3A2A-91BA-54A5-D4DCE2C5DCC8}"/>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86EEDB28-5F75-0B62-7E36-B3F82309C28E}"/>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Motion Planning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8528CB2E-54A1-B5C3-1D70-2FC72C559A5A}"/>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05</a:t>
            </a:r>
          </a:p>
        </p:txBody>
      </p:sp>
      <p:sp>
        <p:nvSpPr>
          <p:cNvPr id="8" name="Oval 7">
            <a:extLst>
              <a:ext uri="{FF2B5EF4-FFF2-40B4-BE49-F238E27FC236}">
                <a16:creationId xmlns:a16="http://schemas.microsoft.com/office/drawing/2014/main" id="{BD3E5FE9-5E3D-3B1E-19A3-ADA22E498215}"/>
              </a:ext>
            </a:extLst>
          </p:cNvPr>
          <p:cNvSpPr/>
          <p:nvPr/>
        </p:nvSpPr>
        <p:spPr>
          <a:xfrm>
            <a:off x="3695700" y="3733800"/>
            <a:ext cx="914400" cy="914400"/>
          </a:xfrm>
          <a:prstGeom prst="ellipse">
            <a:avLst/>
          </a:prstGeom>
          <a:solidFill>
            <a:srgbClr val="FFF0DF"/>
          </a:solidFill>
          <a:ln>
            <a:solidFill>
              <a:srgbClr val="AE65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Oval 8">
            <a:extLst>
              <a:ext uri="{FF2B5EF4-FFF2-40B4-BE49-F238E27FC236}">
                <a16:creationId xmlns:a16="http://schemas.microsoft.com/office/drawing/2014/main" id="{6A878773-684D-1B08-8F43-BD4F4EC8B0B9}"/>
              </a:ext>
            </a:extLst>
          </p:cNvPr>
          <p:cNvSpPr/>
          <p:nvPr/>
        </p:nvSpPr>
        <p:spPr>
          <a:xfrm>
            <a:off x="3657600" y="3695700"/>
            <a:ext cx="990600" cy="990600"/>
          </a:xfrm>
          <a:prstGeom prst="ellipse">
            <a:avLst/>
          </a:prstGeom>
          <a:noFill/>
          <a:ln w="19050" cap="flat" cmpd="sng" algn="ctr">
            <a:solidFill>
              <a:srgbClr val="AE651D"/>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10" name="Straight Connector 9">
            <a:extLst>
              <a:ext uri="{FF2B5EF4-FFF2-40B4-BE49-F238E27FC236}">
                <a16:creationId xmlns:a16="http://schemas.microsoft.com/office/drawing/2014/main" id="{5AA1D13A-1C78-FDCA-30ED-5021B1066211}"/>
              </a:ext>
            </a:extLst>
          </p:cNvPr>
          <p:cNvCxnSpPr/>
          <p:nvPr/>
        </p:nvCxnSpPr>
        <p:spPr>
          <a:xfrm>
            <a:off x="1104900" y="4191000"/>
            <a:ext cx="1333500" cy="0"/>
          </a:xfrm>
          <a:prstGeom prst="line">
            <a:avLst/>
          </a:prstGeom>
          <a:ln w="27940">
            <a:solidFill>
              <a:srgbClr val="526477"/>
            </a:solidFill>
            <a:tailEnd type="arrow"/>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138EAB75-65E9-2A97-7A7A-7C2116E60125}"/>
              </a:ext>
            </a:extLst>
          </p:cNvPr>
          <p:cNvCxnSpPr/>
          <p:nvPr/>
        </p:nvCxnSpPr>
        <p:spPr>
          <a:xfrm flipV="1">
            <a:off x="1104900" y="2857500"/>
            <a:ext cx="0" cy="1333500"/>
          </a:xfrm>
          <a:prstGeom prst="line">
            <a:avLst/>
          </a:prstGeom>
          <a:ln w="27940">
            <a:solidFill>
              <a:srgbClr val="526477"/>
            </a:solidFill>
            <a:tailEnd type="arrow"/>
          </a:ln>
        </p:spPr>
        <p:style>
          <a:lnRef idx="2">
            <a:schemeClr val="accent1"/>
          </a:lnRef>
          <a:fillRef idx="0">
            <a:schemeClr val="accent1"/>
          </a:fillRef>
          <a:effectRef idx="1">
            <a:schemeClr val="accent1"/>
          </a:effectRef>
          <a:fontRef idx="minor">
            <a:schemeClr val="tx1"/>
          </a:fontRef>
        </p:style>
      </p:cxnSp>
      <p:sp>
        <p:nvSpPr>
          <p:cNvPr id="12" name="text_11">
            <a:extLst>
              <a:ext uri="{FF2B5EF4-FFF2-40B4-BE49-F238E27FC236}">
                <a16:creationId xmlns:a16="http://schemas.microsoft.com/office/drawing/2014/main" id="{53D28071-EFAB-39C8-48A6-6572E8836C01}"/>
              </a:ext>
            </a:extLst>
          </p:cNvPr>
          <p:cNvSpPr txBox="1"/>
          <p:nvPr/>
        </p:nvSpPr>
        <p:spPr>
          <a:xfrm>
            <a:off x="2438400" y="4229099"/>
            <a:ext cx="406400" cy="4064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x</a:t>
            </a:r>
          </a:p>
        </p:txBody>
      </p:sp>
      <p:sp>
        <p:nvSpPr>
          <p:cNvPr id="13" name="text_12">
            <a:extLst>
              <a:ext uri="{FF2B5EF4-FFF2-40B4-BE49-F238E27FC236}">
                <a16:creationId xmlns:a16="http://schemas.microsoft.com/office/drawing/2014/main" id="{80C1E05A-044F-29B4-262C-5F416213AB90}"/>
              </a:ext>
            </a:extLst>
          </p:cNvPr>
          <p:cNvSpPr txBox="1"/>
          <p:nvPr/>
        </p:nvSpPr>
        <p:spPr>
          <a:xfrm>
            <a:off x="774700" y="2603499"/>
            <a:ext cx="381000" cy="4064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y</a:t>
            </a:r>
          </a:p>
        </p:txBody>
      </p:sp>
      <p:cxnSp>
        <p:nvCxnSpPr>
          <p:cNvPr id="14" name="Straight Connector 13">
            <a:extLst>
              <a:ext uri="{FF2B5EF4-FFF2-40B4-BE49-F238E27FC236}">
                <a16:creationId xmlns:a16="http://schemas.microsoft.com/office/drawing/2014/main" id="{F8088AA8-19A7-63EB-CA1B-CB2C9C7D268A}"/>
              </a:ext>
            </a:extLst>
          </p:cNvPr>
          <p:cNvCxnSpPr/>
          <p:nvPr/>
        </p:nvCxnSpPr>
        <p:spPr>
          <a:xfrm>
            <a:off x="1104900" y="4191000"/>
            <a:ext cx="2286000" cy="0"/>
          </a:xfrm>
          <a:prstGeom prst="line">
            <a:avLst/>
          </a:prstGeom>
          <a:ln w="228600">
            <a:solidFill>
              <a:srgbClr val="C43C47"/>
            </a:solidFill>
          </a:ln>
        </p:spPr>
        <p:style>
          <a:lnRef idx="2">
            <a:schemeClr val="accent1"/>
          </a:lnRef>
          <a:fillRef idx="0">
            <a:schemeClr val="accent1"/>
          </a:fillRef>
          <a:effectRef idx="1">
            <a:schemeClr val="accent1"/>
          </a:effectRef>
          <a:fontRef idx="minor">
            <a:schemeClr val="tx1"/>
          </a:fontRef>
        </p:style>
      </p:cxnSp>
      <p:sp>
        <p:nvSpPr>
          <p:cNvPr id="15" name="Oval 14">
            <a:extLst>
              <a:ext uri="{FF2B5EF4-FFF2-40B4-BE49-F238E27FC236}">
                <a16:creationId xmlns:a16="http://schemas.microsoft.com/office/drawing/2014/main" id="{A6FFFF17-06B0-B58F-0052-5029B69B54F7}"/>
              </a:ext>
            </a:extLst>
          </p:cNvPr>
          <p:cNvSpPr/>
          <p:nvPr/>
        </p:nvSpPr>
        <p:spPr>
          <a:xfrm>
            <a:off x="990600" y="4076700"/>
            <a:ext cx="228600" cy="228600"/>
          </a:xfrm>
          <a:prstGeom prst="ellipse">
            <a:avLst/>
          </a:prstGeom>
          <a:solidFill>
            <a:srgbClr val="C43C4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6" name="Oval 15">
            <a:extLst>
              <a:ext uri="{FF2B5EF4-FFF2-40B4-BE49-F238E27FC236}">
                <a16:creationId xmlns:a16="http://schemas.microsoft.com/office/drawing/2014/main" id="{1FDFD3B0-4841-2E8F-F4CC-8AC9CF409EC4}"/>
              </a:ext>
            </a:extLst>
          </p:cNvPr>
          <p:cNvSpPr/>
          <p:nvPr/>
        </p:nvSpPr>
        <p:spPr>
          <a:xfrm>
            <a:off x="3276600" y="4076700"/>
            <a:ext cx="228600" cy="228600"/>
          </a:xfrm>
          <a:prstGeom prst="ellipse">
            <a:avLst/>
          </a:prstGeom>
          <a:solidFill>
            <a:srgbClr val="C43C4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17" name="Straight Connector 16">
            <a:extLst>
              <a:ext uri="{FF2B5EF4-FFF2-40B4-BE49-F238E27FC236}">
                <a16:creationId xmlns:a16="http://schemas.microsoft.com/office/drawing/2014/main" id="{983AC594-F5F2-537A-6351-331821C5B548}"/>
              </a:ext>
            </a:extLst>
          </p:cNvPr>
          <p:cNvCxnSpPr/>
          <p:nvPr/>
        </p:nvCxnSpPr>
        <p:spPr>
          <a:xfrm>
            <a:off x="3390900" y="4191000"/>
            <a:ext cx="1524000" cy="0"/>
          </a:xfrm>
          <a:prstGeom prst="line">
            <a:avLst/>
          </a:prstGeom>
          <a:ln w="228600">
            <a:solidFill>
              <a:srgbClr val="C43C47"/>
            </a:solidFill>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F9573043-0D23-EC3B-EC27-24E3EFEFE3BC}"/>
              </a:ext>
            </a:extLst>
          </p:cNvPr>
          <p:cNvSpPr/>
          <p:nvPr/>
        </p:nvSpPr>
        <p:spPr>
          <a:xfrm>
            <a:off x="3276600" y="4076700"/>
            <a:ext cx="228600" cy="228600"/>
          </a:xfrm>
          <a:prstGeom prst="ellipse">
            <a:avLst/>
          </a:prstGeom>
          <a:solidFill>
            <a:srgbClr val="C43C4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9" name="Oval 18">
            <a:extLst>
              <a:ext uri="{FF2B5EF4-FFF2-40B4-BE49-F238E27FC236}">
                <a16:creationId xmlns:a16="http://schemas.microsoft.com/office/drawing/2014/main" id="{EC7E910B-B984-F5F1-1334-A5348C15323D}"/>
              </a:ext>
            </a:extLst>
          </p:cNvPr>
          <p:cNvSpPr/>
          <p:nvPr/>
        </p:nvSpPr>
        <p:spPr>
          <a:xfrm>
            <a:off x="4800600" y="4076700"/>
            <a:ext cx="228600" cy="228600"/>
          </a:xfrm>
          <a:prstGeom prst="ellipse">
            <a:avLst/>
          </a:prstGeom>
          <a:solidFill>
            <a:srgbClr val="C43C4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0" name="Oval 19">
            <a:extLst>
              <a:ext uri="{FF2B5EF4-FFF2-40B4-BE49-F238E27FC236}">
                <a16:creationId xmlns:a16="http://schemas.microsoft.com/office/drawing/2014/main" id="{239758DA-22AC-F4C3-3AB2-C5591E7A1193}"/>
              </a:ext>
            </a:extLst>
          </p:cNvPr>
          <p:cNvSpPr/>
          <p:nvPr/>
        </p:nvSpPr>
        <p:spPr>
          <a:xfrm>
            <a:off x="1016000" y="4102100"/>
            <a:ext cx="177800" cy="177800"/>
          </a:xfrm>
          <a:prstGeom prst="ellipse">
            <a:avLst/>
          </a:prstGeom>
          <a:solidFill>
            <a:srgbClr val="1528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1" name="text_20">
            <a:extLst>
              <a:ext uri="{FF2B5EF4-FFF2-40B4-BE49-F238E27FC236}">
                <a16:creationId xmlns:a16="http://schemas.microsoft.com/office/drawing/2014/main" id="{71EEB809-AB06-6081-A9BA-F5F9D80D9A76}"/>
              </a:ext>
            </a:extLst>
          </p:cNvPr>
          <p:cNvSpPr txBox="1"/>
          <p:nvPr/>
        </p:nvSpPr>
        <p:spPr>
          <a:xfrm>
            <a:off x="685800" y="5473699"/>
            <a:ext cx="5232400" cy="736600"/>
          </a:xfrm>
          <a:prstGeom prst="rect">
            <a:avLst/>
          </a:prstGeom>
          <a:noFill/>
        </p:spPr>
        <p:txBody>
          <a:bodyPr vert="horz" wrap="square" lIns="0" tIns="0" rIns="0" bIns="0" rtlCol="0" anchor="t">
            <a:noAutofit/>
          </a:bodyPr>
          <a:lstStyle/>
          <a:p>
            <a:r>
              <a:rPr lang="en-US" sz="2600" b="1">
                <a:solidFill>
                  <a:srgbClr val="C43C47"/>
                </a:solidFill>
                <a:latin typeface="Aptos" panose="020B0004020202020204" pitchFamily="34" charset="0"/>
              </a:rPr>
              <a:t>Tip is clear. Link 2 collides.</a:t>
            </a:r>
            <a:endParaRPr lang="en-IL" sz="2600" b="1">
              <a:solidFill>
                <a:srgbClr val="C43C47"/>
              </a:solidFill>
              <a:latin typeface="Aptos" panose="020B0004020202020204" pitchFamily="34" charset="0"/>
            </a:endParaRPr>
          </a:p>
        </p:txBody>
      </p:sp>
      <p:sp>
        <p:nvSpPr>
          <p:cNvPr id="22" name="Rectangle 21">
            <a:extLst>
              <a:ext uri="{FF2B5EF4-FFF2-40B4-BE49-F238E27FC236}">
                <a16:creationId xmlns:a16="http://schemas.microsoft.com/office/drawing/2014/main" id="{56AE1709-F11E-6ABA-6653-D151D81203C0}"/>
              </a:ext>
            </a:extLst>
          </p:cNvPr>
          <p:cNvSpPr/>
          <p:nvPr/>
        </p:nvSpPr>
        <p:spPr>
          <a:xfrm>
            <a:off x="7962900" y="2679700"/>
            <a:ext cx="2768600" cy="27686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3" name="Rectangle 22">
            <a:extLst>
              <a:ext uri="{FF2B5EF4-FFF2-40B4-BE49-F238E27FC236}">
                <a16:creationId xmlns:a16="http://schemas.microsoft.com/office/drawing/2014/main" id="{1B5701A2-6029-FCA6-7150-9098E92FCC81}"/>
              </a:ext>
            </a:extLst>
          </p:cNvPr>
          <p:cNvSpPr/>
          <p:nvPr/>
        </p:nvSpPr>
        <p:spPr>
          <a:xfrm>
            <a:off x="8959596" y="3344164"/>
            <a:ext cx="112014" cy="11201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4" name="Rectangle 23">
            <a:extLst>
              <a:ext uri="{FF2B5EF4-FFF2-40B4-BE49-F238E27FC236}">
                <a16:creationId xmlns:a16="http://schemas.microsoft.com/office/drawing/2014/main" id="{4B49FE75-4BB6-199C-2155-D7CC65C4251D}"/>
              </a:ext>
            </a:extLst>
          </p:cNvPr>
          <p:cNvSpPr/>
          <p:nvPr/>
        </p:nvSpPr>
        <p:spPr>
          <a:xfrm>
            <a:off x="9070340" y="3344164"/>
            <a:ext cx="112014" cy="11201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5" name="Rectangle 24">
            <a:extLst>
              <a:ext uri="{FF2B5EF4-FFF2-40B4-BE49-F238E27FC236}">
                <a16:creationId xmlns:a16="http://schemas.microsoft.com/office/drawing/2014/main" id="{3E6D1809-7B6E-F16E-9429-AF33352BC565}"/>
              </a:ext>
            </a:extLst>
          </p:cNvPr>
          <p:cNvSpPr/>
          <p:nvPr/>
        </p:nvSpPr>
        <p:spPr>
          <a:xfrm>
            <a:off x="9070340" y="3454908"/>
            <a:ext cx="112014" cy="11201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6" name="Rectangle 25">
            <a:extLst>
              <a:ext uri="{FF2B5EF4-FFF2-40B4-BE49-F238E27FC236}">
                <a16:creationId xmlns:a16="http://schemas.microsoft.com/office/drawing/2014/main" id="{3E46BFDA-558F-21E2-2A3D-1F866E05E010}"/>
              </a:ext>
            </a:extLst>
          </p:cNvPr>
          <p:cNvSpPr/>
          <p:nvPr/>
        </p:nvSpPr>
        <p:spPr>
          <a:xfrm>
            <a:off x="9181084" y="3454908"/>
            <a:ext cx="112014" cy="11201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7" name="Rectangle 26">
            <a:extLst>
              <a:ext uri="{FF2B5EF4-FFF2-40B4-BE49-F238E27FC236}">
                <a16:creationId xmlns:a16="http://schemas.microsoft.com/office/drawing/2014/main" id="{CF97C13F-025B-470B-0781-195819B984C9}"/>
              </a:ext>
            </a:extLst>
          </p:cNvPr>
          <p:cNvSpPr/>
          <p:nvPr/>
        </p:nvSpPr>
        <p:spPr>
          <a:xfrm>
            <a:off x="9070340" y="3565652"/>
            <a:ext cx="112014" cy="11201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8" name="Rectangle 27">
            <a:extLst>
              <a:ext uri="{FF2B5EF4-FFF2-40B4-BE49-F238E27FC236}">
                <a16:creationId xmlns:a16="http://schemas.microsoft.com/office/drawing/2014/main" id="{06E06C37-2CDB-4D2F-1F5A-D7554BF6300A}"/>
              </a:ext>
            </a:extLst>
          </p:cNvPr>
          <p:cNvSpPr/>
          <p:nvPr/>
        </p:nvSpPr>
        <p:spPr>
          <a:xfrm>
            <a:off x="9181084" y="3565652"/>
            <a:ext cx="112014" cy="11201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9" name="Rectangle 28">
            <a:extLst>
              <a:ext uri="{FF2B5EF4-FFF2-40B4-BE49-F238E27FC236}">
                <a16:creationId xmlns:a16="http://schemas.microsoft.com/office/drawing/2014/main" id="{B1328B5D-301B-2FA0-18F3-D1E0FA3C2AEF}"/>
              </a:ext>
            </a:extLst>
          </p:cNvPr>
          <p:cNvSpPr/>
          <p:nvPr/>
        </p:nvSpPr>
        <p:spPr>
          <a:xfrm>
            <a:off x="9181084" y="3676396"/>
            <a:ext cx="112014" cy="11201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0" name="Rectangle 29">
            <a:extLst>
              <a:ext uri="{FF2B5EF4-FFF2-40B4-BE49-F238E27FC236}">
                <a16:creationId xmlns:a16="http://schemas.microsoft.com/office/drawing/2014/main" id="{AE4E5960-372C-2F65-0F29-6795C6DC9D40}"/>
              </a:ext>
            </a:extLst>
          </p:cNvPr>
          <p:cNvSpPr/>
          <p:nvPr/>
        </p:nvSpPr>
        <p:spPr>
          <a:xfrm>
            <a:off x="9291828" y="3676396"/>
            <a:ext cx="112014" cy="11201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1" name="Rectangle 30">
            <a:extLst>
              <a:ext uri="{FF2B5EF4-FFF2-40B4-BE49-F238E27FC236}">
                <a16:creationId xmlns:a16="http://schemas.microsoft.com/office/drawing/2014/main" id="{33A2C5E4-60FB-012C-16D1-90BDD2F99B5E}"/>
              </a:ext>
            </a:extLst>
          </p:cNvPr>
          <p:cNvSpPr/>
          <p:nvPr/>
        </p:nvSpPr>
        <p:spPr>
          <a:xfrm>
            <a:off x="9181084" y="3787140"/>
            <a:ext cx="112014" cy="11201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2" name="Rectangle 31">
            <a:extLst>
              <a:ext uri="{FF2B5EF4-FFF2-40B4-BE49-F238E27FC236}">
                <a16:creationId xmlns:a16="http://schemas.microsoft.com/office/drawing/2014/main" id="{2313A76A-6BA0-C87D-54C6-D707122DF137}"/>
              </a:ext>
            </a:extLst>
          </p:cNvPr>
          <p:cNvSpPr/>
          <p:nvPr/>
        </p:nvSpPr>
        <p:spPr>
          <a:xfrm>
            <a:off x="9291828" y="3787140"/>
            <a:ext cx="112014" cy="11201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3" name="Rectangle 32">
            <a:extLst>
              <a:ext uri="{FF2B5EF4-FFF2-40B4-BE49-F238E27FC236}">
                <a16:creationId xmlns:a16="http://schemas.microsoft.com/office/drawing/2014/main" id="{370AFD56-74AB-C9E0-4AAC-678A83520F26}"/>
              </a:ext>
            </a:extLst>
          </p:cNvPr>
          <p:cNvSpPr/>
          <p:nvPr/>
        </p:nvSpPr>
        <p:spPr>
          <a:xfrm>
            <a:off x="9181084" y="3897884"/>
            <a:ext cx="112014" cy="11201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4" name="Rectangle 33">
            <a:extLst>
              <a:ext uri="{FF2B5EF4-FFF2-40B4-BE49-F238E27FC236}">
                <a16:creationId xmlns:a16="http://schemas.microsoft.com/office/drawing/2014/main" id="{D48504EB-459B-D75A-1950-777CABD12974}"/>
              </a:ext>
            </a:extLst>
          </p:cNvPr>
          <p:cNvSpPr/>
          <p:nvPr/>
        </p:nvSpPr>
        <p:spPr>
          <a:xfrm>
            <a:off x="9291828" y="3897884"/>
            <a:ext cx="112014" cy="11201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5" name="Rectangle 34">
            <a:extLst>
              <a:ext uri="{FF2B5EF4-FFF2-40B4-BE49-F238E27FC236}">
                <a16:creationId xmlns:a16="http://schemas.microsoft.com/office/drawing/2014/main" id="{F061891A-7949-6835-4CC8-268488CEEC50}"/>
              </a:ext>
            </a:extLst>
          </p:cNvPr>
          <p:cNvSpPr/>
          <p:nvPr/>
        </p:nvSpPr>
        <p:spPr>
          <a:xfrm>
            <a:off x="9291828" y="4008628"/>
            <a:ext cx="112014" cy="11201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6" name="Rectangle 35">
            <a:extLst>
              <a:ext uri="{FF2B5EF4-FFF2-40B4-BE49-F238E27FC236}">
                <a16:creationId xmlns:a16="http://schemas.microsoft.com/office/drawing/2014/main" id="{AD8C0080-9166-C88C-385B-4D3058167917}"/>
              </a:ext>
            </a:extLst>
          </p:cNvPr>
          <p:cNvSpPr/>
          <p:nvPr/>
        </p:nvSpPr>
        <p:spPr>
          <a:xfrm>
            <a:off x="9291828" y="4119372"/>
            <a:ext cx="112014" cy="11201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7" name="Rectangle 36">
            <a:extLst>
              <a:ext uri="{FF2B5EF4-FFF2-40B4-BE49-F238E27FC236}">
                <a16:creationId xmlns:a16="http://schemas.microsoft.com/office/drawing/2014/main" id="{FABCA6E5-C3A2-6645-519A-3FB4984C0634}"/>
              </a:ext>
            </a:extLst>
          </p:cNvPr>
          <p:cNvSpPr/>
          <p:nvPr/>
        </p:nvSpPr>
        <p:spPr>
          <a:xfrm>
            <a:off x="9402572" y="4119372"/>
            <a:ext cx="112014" cy="11201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8" name="Rectangle 37">
            <a:extLst>
              <a:ext uri="{FF2B5EF4-FFF2-40B4-BE49-F238E27FC236}">
                <a16:creationId xmlns:a16="http://schemas.microsoft.com/office/drawing/2014/main" id="{D8A8AA98-2DFD-8F2C-FAC9-18E359B9B9B3}"/>
              </a:ext>
            </a:extLst>
          </p:cNvPr>
          <p:cNvSpPr/>
          <p:nvPr/>
        </p:nvSpPr>
        <p:spPr>
          <a:xfrm>
            <a:off x="9291828" y="4230116"/>
            <a:ext cx="112014" cy="11201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9" name="Rectangle 38">
            <a:extLst>
              <a:ext uri="{FF2B5EF4-FFF2-40B4-BE49-F238E27FC236}">
                <a16:creationId xmlns:a16="http://schemas.microsoft.com/office/drawing/2014/main" id="{F756BB1D-F8B9-77F8-BBE3-A62B885BCFF9}"/>
              </a:ext>
            </a:extLst>
          </p:cNvPr>
          <p:cNvSpPr/>
          <p:nvPr/>
        </p:nvSpPr>
        <p:spPr>
          <a:xfrm>
            <a:off x="9402572" y="4230116"/>
            <a:ext cx="112014" cy="11201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0" name="Rectangle 39">
            <a:extLst>
              <a:ext uri="{FF2B5EF4-FFF2-40B4-BE49-F238E27FC236}">
                <a16:creationId xmlns:a16="http://schemas.microsoft.com/office/drawing/2014/main" id="{9E20FAEF-626D-DA29-09D4-49C320F71D08}"/>
              </a:ext>
            </a:extLst>
          </p:cNvPr>
          <p:cNvSpPr/>
          <p:nvPr/>
        </p:nvSpPr>
        <p:spPr>
          <a:xfrm>
            <a:off x="9291828" y="4340860"/>
            <a:ext cx="112014" cy="11201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1" name="Rectangle 40">
            <a:extLst>
              <a:ext uri="{FF2B5EF4-FFF2-40B4-BE49-F238E27FC236}">
                <a16:creationId xmlns:a16="http://schemas.microsoft.com/office/drawing/2014/main" id="{C5C7409E-24F6-CDE4-3871-89A0E8D4A444}"/>
              </a:ext>
            </a:extLst>
          </p:cNvPr>
          <p:cNvSpPr/>
          <p:nvPr/>
        </p:nvSpPr>
        <p:spPr>
          <a:xfrm>
            <a:off x="9402572" y="4340860"/>
            <a:ext cx="112014" cy="11201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2" name="Rectangle 41">
            <a:extLst>
              <a:ext uri="{FF2B5EF4-FFF2-40B4-BE49-F238E27FC236}">
                <a16:creationId xmlns:a16="http://schemas.microsoft.com/office/drawing/2014/main" id="{A334C214-7501-68C6-780A-FD3BA7CD44BD}"/>
              </a:ext>
            </a:extLst>
          </p:cNvPr>
          <p:cNvSpPr/>
          <p:nvPr/>
        </p:nvSpPr>
        <p:spPr>
          <a:xfrm>
            <a:off x="9402572" y="4451604"/>
            <a:ext cx="112014" cy="11201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3" name="Rectangle 42">
            <a:extLst>
              <a:ext uri="{FF2B5EF4-FFF2-40B4-BE49-F238E27FC236}">
                <a16:creationId xmlns:a16="http://schemas.microsoft.com/office/drawing/2014/main" id="{E1A36871-83D3-A61D-EE08-BF32A89B6D6F}"/>
              </a:ext>
            </a:extLst>
          </p:cNvPr>
          <p:cNvSpPr/>
          <p:nvPr/>
        </p:nvSpPr>
        <p:spPr>
          <a:xfrm>
            <a:off x="9513316" y="4451604"/>
            <a:ext cx="112014" cy="11201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4" name="Rectangle 43">
            <a:extLst>
              <a:ext uri="{FF2B5EF4-FFF2-40B4-BE49-F238E27FC236}">
                <a16:creationId xmlns:a16="http://schemas.microsoft.com/office/drawing/2014/main" id="{50D7B634-5297-5EC8-116A-41EB2931C0F9}"/>
              </a:ext>
            </a:extLst>
          </p:cNvPr>
          <p:cNvSpPr/>
          <p:nvPr/>
        </p:nvSpPr>
        <p:spPr>
          <a:xfrm>
            <a:off x="9402572" y="4562348"/>
            <a:ext cx="112014" cy="11201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5" name="Rectangle 44">
            <a:extLst>
              <a:ext uri="{FF2B5EF4-FFF2-40B4-BE49-F238E27FC236}">
                <a16:creationId xmlns:a16="http://schemas.microsoft.com/office/drawing/2014/main" id="{888C2A05-7DF2-1D04-DB73-BD5454643BFF}"/>
              </a:ext>
            </a:extLst>
          </p:cNvPr>
          <p:cNvSpPr/>
          <p:nvPr/>
        </p:nvSpPr>
        <p:spPr>
          <a:xfrm>
            <a:off x="9513316" y="4562348"/>
            <a:ext cx="112014" cy="11201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6" name="Rectangle 45">
            <a:extLst>
              <a:ext uri="{FF2B5EF4-FFF2-40B4-BE49-F238E27FC236}">
                <a16:creationId xmlns:a16="http://schemas.microsoft.com/office/drawing/2014/main" id="{078008A2-B081-09DD-0D06-7FD87AFF7DAA}"/>
              </a:ext>
            </a:extLst>
          </p:cNvPr>
          <p:cNvSpPr/>
          <p:nvPr/>
        </p:nvSpPr>
        <p:spPr>
          <a:xfrm>
            <a:off x="9513316" y="4673092"/>
            <a:ext cx="112014" cy="11201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7" name="Rectangle 46">
            <a:extLst>
              <a:ext uri="{FF2B5EF4-FFF2-40B4-BE49-F238E27FC236}">
                <a16:creationId xmlns:a16="http://schemas.microsoft.com/office/drawing/2014/main" id="{03BDC42D-4039-CCAB-90A4-82FCA98223D2}"/>
              </a:ext>
            </a:extLst>
          </p:cNvPr>
          <p:cNvSpPr/>
          <p:nvPr/>
        </p:nvSpPr>
        <p:spPr>
          <a:xfrm>
            <a:off x="9624060" y="4673092"/>
            <a:ext cx="112014" cy="11201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48" name="Straight Connector 47">
            <a:extLst>
              <a:ext uri="{FF2B5EF4-FFF2-40B4-BE49-F238E27FC236}">
                <a16:creationId xmlns:a16="http://schemas.microsoft.com/office/drawing/2014/main" id="{FB5A8493-5C7F-D1CC-2A3C-AF13239C714B}"/>
              </a:ext>
            </a:extLst>
          </p:cNvPr>
          <p:cNvCxnSpPr/>
          <p:nvPr/>
        </p:nvCxnSpPr>
        <p:spPr>
          <a:xfrm>
            <a:off x="7962900" y="2679700"/>
            <a:ext cx="27686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E1B14A19-B3C2-05E9-0393-0BD2F98B02DF}"/>
              </a:ext>
            </a:extLst>
          </p:cNvPr>
          <p:cNvCxnSpPr/>
          <p:nvPr/>
        </p:nvCxnSpPr>
        <p:spPr>
          <a:xfrm>
            <a:off x="7962900" y="5448300"/>
            <a:ext cx="27686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3234AB00-8B44-7250-E6DD-88C31B509078}"/>
              </a:ext>
            </a:extLst>
          </p:cNvPr>
          <p:cNvCxnSpPr/>
          <p:nvPr/>
        </p:nvCxnSpPr>
        <p:spPr>
          <a:xfrm>
            <a:off x="7962900" y="2679700"/>
            <a:ext cx="0" cy="276860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58EE6D06-B12E-FFFA-8683-CEC93083BA36}"/>
              </a:ext>
            </a:extLst>
          </p:cNvPr>
          <p:cNvCxnSpPr/>
          <p:nvPr/>
        </p:nvCxnSpPr>
        <p:spPr>
          <a:xfrm>
            <a:off x="10731500" y="2679700"/>
            <a:ext cx="0" cy="276860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AD6E1834-67AB-D660-E610-432F3BFC143A}"/>
              </a:ext>
            </a:extLst>
          </p:cNvPr>
          <p:cNvCxnSpPr/>
          <p:nvPr/>
        </p:nvCxnSpPr>
        <p:spPr>
          <a:xfrm>
            <a:off x="9347200" y="2679700"/>
            <a:ext cx="0" cy="2768600"/>
          </a:xfrm>
          <a:prstGeom prst="line">
            <a:avLst/>
          </a:prstGeom>
          <a:ln w="27940">
            <a:solidFill>
              <a:srgbClr val="D7E0E9"/>
            </a:solidFill>
            <a:prstDash val="dash"/>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E6404145-0E9C-32C4-47E4-6B60DEBC1DE1}"/>
              </a:ext>
            </a:extLst>
          </p:cNvPr>
          <p:cNvCxnSpPr/>
          <p:nvPr/>
        </p:nvCxnSpPr>
        <p:spPr>
          <a:xfrm>
            <a:off x="7962900" y="4064000"/>
            <a:ext cx="2768600" cy="0"/>
          </a:xfrm>
          <a:prstGeom prst="line">
            <a:avLst/>
          </a:prstGeom>
          <a:ln w="27940">
            <a:solidFill>
              <a:srgbClr val="D7E0E9"/>
            </a:solidFill>
            <a:prstDash val="dash"/>
          </a:ln>
        </p:spPr>
        <p:style>
          <a:lnRef idx="2">
            <a:schemeClr val="accent1"/>
          </a:lnRef>
          <a:fillRef idx="0">
            <a:schemeClr val="accent1"/>
          </a:fillRef>
          <a:effectRef idx="1">
            <a:schemeClr val="accent1"/>
          </a:effectRef>
          <a:fontRef idx="minor">
            <a:schemeClr val="tx1"/>
          </a:fontRef>
        </p:style>
      </p:cxnSp>
      <p:sp>
        <p:nvSpPr>
          <p:cNvPr id="54" name="text_53">
            <a:extLst>
              <a:ext uri="{FF2B5EF4-FFF2-40B4-BE49-F238E27FC236}">
                <a16:creationId xmlns:a16="http://schemas.microsoft.com/office/drawing/2014/main" id="{E8D61710-4007-DDA5-3D99-1A575A153819}"/>
              </a:ext>
            </a:extLst>
          </p:cNvPr>
          <p:cNvSpPr txBox="1"/>
          <p:nvPr/>
        </p:nvSpPr>
        <p:spPr>
          <a:xfrm>
            <a:off x="8991600" y="5511799"/>
            <a:ext cx="1524000" cy="4064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q₁ (rad)</a:t>
            </a:r>
          </a:p>
        </p:txBody>
      </p:sp>
      <p:sp>
        <p:nvSpPr>
          <p:cNvPr id="55" name="text_54">
            <a:extLst>
              <a:ext uri="{FF2B5EF4-FFF2-40B4-BE49-F238E27FC236}">
                <a16:creationId xmlns:a16="http://schemas.microsoft.com/office/drawing/2014/main" id="{8675F015-F21E-ABCC-CA8C-A44E1CD0276B}"/>
              </a:ext>
            </a:extLst>
          </p:cNvPr>
          <p:cNvSpPr txBox="1"/>
          <p:nvPr/>
        </p:nvSpPr>
        <p:spPr>
          <a:xfrm>
            <a:off x="7454900" y="2616199"/>
            <a:ext cx="482600" cy="431800"/>
          </a:xfrm>
          <a:prstGeom prst="rect">
            <a:avLst/>
          </a:prstGeom>
          <a:noFill/>
        </p:spPr>
        <p:txBody>
          <a:bodyPr vert="horz" wrap="square" lIns="0" tIns="0" rIns="0" bIns="0" rtlCol="0" anchor="t">
            <a:noAutofit/>
          </a:bodyPr>
          <a:lstStyle/>
          <a:p>
            <a:r>
              <a:rPr lang="el-GR" sz="2400">
                <a:solidFill>
                  <a:srgbClr val="526477"/>
                </a:solidFill>
                <a:latin typeface="Aptos" panose="020B0004020202020204" pitchFamily="34" charset="0"/>
              </a:rPr>
              <a:t>π</a:t>
            </a:r>
            <a:endParaRPr lang="en-IL" sz="2400">
              <a:solidFill>
                <a:srgbClr val="526477"/>
              </a:solidFill>
              <a:latin typeface="Aptos" panose="020B0004020202020204" pitchFamily="34" charset="0"/>
            </a:endParaRPr>
          </a:p>
        </p:txBody>
      </p:sp>
      <p:sp>
        <p:nvSpPr>
          <p:cNvPr id="56" name="text_55">
            <a:extLst>
              <a:ext uri="{FF2B5EF4-FFF2-40B4-BE49-F238E27FC236}">
                <a16:creationId xmlns:a16="http://schemas.microsoft.com/office/drawing/2014/main" id="{6B6FDC4E-372F-A982-1282-B6DDD9A2EB96}"/>
              </a:ext>
            </a:extLst>
          </p:cNvPr>
          <p:cNvSpPr txBox="1"/>
          <p:nvPr/>
        </p:nvSpPr>
        <p:spPr>
          <a:xfrm>
            <a:off x="7353300" y="5130799"/>
            <a:ext cx="546100" cy="431800"/>
          </a:xfrm>
          <a:prstGeom prst="rect">
            <a:avLst/>
          </a:prstGeom>
          <a:noFill/>
        </p:spPr>
        <p:txBody>
          <a:bodyPr vert="horz" wrap="square" lIns="0" tIns="0" rIns="0" bIns="0" rtlCol="0" anchor="t">
            <a:noAutofit/>
          </a:bodyPr>
          <a:lstStyle/>
          <a:p>
            <a:r>
              <a:rPr lang="el-GR" sz="2400">
                <a:solidFill>
                  <a:srgbClr val="526477"/>
                </a:solidFill>
                <a:latin typeface="Aptos" panose="020B0004020202020204" pitchFamily="34" charset="0"/>
              </a:rPr>
              <a:t>−π</a:t>
            </a:r>
            <a:endParaRPr lang="en-IL" sz="2400">
              <a:solidFill>
                <a:srgbClr val="526477"/>
              </a:solidFill>
              <a:latin typeface="Aptos" panose="020B0004020202020204" pitchFamily="34" charset="0"/>
            </a:endParaRPr>
          </a:p>
        </p:txBody>
      </p:sp>
      <p:sp>
        <p:nvSpPr>
          <p:cNvPr id="57" name="text_56">
            <a:extLst>
              <a:ext uri="{FF2B5EF4-FFF2-40B4-BE49-F238E27FC236}">
                <a16:creationId xmlns:a16="http://schemas.microsoft.com/office/drawing/2014/main" id="{6AA5C8BA-5597-304F-EF01-B8F83F3CE276}"/>
              </a:ext>
            </a:extLst>
          </p:cNvPr>
          <p:cNvSpPr txBox="1"/>
          <p:nvPr/>
        </p:nvSpPr>
        <p:spPr>
          <a:xfrm>
            <a:off x="10820400" y="2705099"/>
            <a:ext cx="1143000" cy="4064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q₂</a:t>
            </a:r>
          </a:p>
        </p:txBody>
      </p:sp>
      <p:sp>
        <p:nvSpPr>
          <p:cNvPr id="58" name="Oval 57">
            <a:extLst>
              <a:ext uri="{FF2B5EF4-FFF2-40B4-BE49-F238E27FC236}">
                <a16:creationId xmlns:a16="http://schemas.microsoft.com/office/drawing/2014/main" id="{A45D179F-568F-6F12-34C5-28648510BF5A}"/>
              </a:ext>
            </a:extLst>
          </p:cNvPr>
          <p:cNvSpPr/>
          <p:nvPr/>
        </p:nvSpPr>
        <p:spPr>
          <a:xfrm>
            <a:off x="9258300" y="3975100"/>
            <a:ext cx="177800" cy="177800"/>
          </a:xfrm>
          <a:prstGeom prst="ellipse">
            <a:avLst/>
          </a:prstGeom>
          <a:solidFill>
            <a:srgbClr val="C43C4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9" name="text_58">
            <a:extLst>
              <a:ext uri="{FF2B5EF4-FFF2-40B4-BE49-F238E27FC236}">
                <a16:creationId xmlns:a16="http://schemas.microsoft.com/office/drawing/2014/main" id="{385782A1-8078-089F-3A13-0234E23DFFD6}"/>
              </a:ext>
            </a:extLst>
          </p:cNvPr>
          <p:cNvSpPr txBox="1"/>
          <p:nvPr/>
        </p:nvSpPr>
        <p:spPr>
          <a:xfrm>
            <a:off x="6832600" y="5727699"/>
            <a:ext cx="4673600" cy="4572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Blocked region: approximate</a:t>
            </a:r>
          </a:p>
        </p:txBody>
      </p:sp>
    </p:spTree>
    <p:extLst>
      <p:ext uri="{BB962C8B-B14F-4D97-AF65-F5344CB8AC3E}">
        <p14:creationId xmlns:p14="http://schemas.microsoft.com/office/powerpoint/2010/main" val="15317441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BC0B06B2-B159-49E2-7F4B-F79D4E650FA8}"/>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04 / CONFIGURATION SPACE &amp; PRM</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912A1698-1793-68A6-B06B-232937DEF65F}"/>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Safe endpoints, blocked motion</a:t>
            </a:r>
          </a:p>
        </p:txBody>
      </p:sp>
      <p:sp>
        <p:nvSpPr>
          <p:cNvPr id="4" name="text_3">
            <a:extLst>
              <a:ext uri="{FF2B5EF4-FFF2-40B4-BE49-F238E27FC236}">
                <a16:creationId xmlns:a16="http://schemas.microsoft.com/office/drawing/2014/main" id="{6957EDB0-0B43-4EE0-3BE4-8D3CF6F2F4CB}"/>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A valid vertex does not make every outgoing motion valid.</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36EF230D-CE25-E749-839D-624788EF81A8}"/>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FB2057BF-2C3F-F8AF-DD6C-2EA45D0A9BFF}"/>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Motion Planning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B2DB86EE-FF27-5E9E-6BA9-C0F7C655A367}"/>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06</a:t>
            </a:r>
          </a:p>
        </p:txBody>
      </p:sp>
      <p:sp>
        <p:nvSpPr>
          <p:cNvPr id="8" name="Rectangle 7">
            <a:extLst>
              <a:ext uri="{FF2B5EF4-FFF2-40B4-BE49-F238E27FC236}">
                <a16:creationId xmlns:a16="http://schemas.microsoft.com/office/drawing/2014/main" id="{ACC31D7C-F78A-A184-3FF3-0B99C48B2565}"/>
              </a:ext>
            </a:extLst>
          </p:cNvPr>
          <p:cNvSpPr/>
          <p:nvPr/>
        </p:nvSpPr>
        <p:spPr>
          <a:xfrm>
            <a:off x="1333500" y="2679700"/>
            <a:ext cx="2768600" cy="27686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Rectangle 8">
            <a:extLst>
              <a:ext uri="{FF2B5EF4-FFF2-40B4-BE49-F238E27FC236}">
                <a16:creationId xmlns:a16="http://schemas.microsoft.com/office/drawing/2014/main" id="{65EFABAD-CBD0-B2E9-4710-B9A7CDB291CB}"/>
              </a:ext>
            </a:extLst>
          </p:cNvPr>
          <p:cNvSpPr/>
          <p:nvPr/>
        </p:nvSpPr>
        <p:spPr>
          <a:xfrm>
            <a:off x="2330196" y="3344164"/>
            <a:ext cx="112014" cy="11201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 name="Rectangle 9">
            <a:extLst>
              <a:ext uri="{FF2B5EF4-FFF2-40B4-BE49-F238E27FC236}">
                <a16:creationId xmlns:a16="http://schemas.microsoft.com/office/drawing/2014/main" id="{C497265B-D2B8-E756-CC69-A4CCA55EF946}"/>
              </a:ext>
            </a:extLst>
          </p:cNvPr>
          <p:cNvSpPr/>
          <p:nvPr/>
        </p:nvSpPr>
        <p:spPr>
          <a:xfrm>
            <a:off x="2440940" y="3344164"/>
            <a:ext cx="112014" cy="11201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Rectangle 10">
            <a:extLst>
              <a:ext uri="{FF2B5EF4-FFF2-40B4-BE49-F238E27FC236}">
                <a16:creationId xmlns:a16="http://schemas.microsoft.com/office/drawing/2014/main" id="{ED1B0A43-7411-6BA6-1C46-8683D43A83B7}"/>
              </a:ext>
            </a:extLst>
          </p:cNvPr>
          <p:cNvSpPr/>
          <p:nvPr/>
        </p:nvSpPr>
        <p:spPr>
          <a:xfrm>
            <a:off x="2440940" y="3454908"/>
            <a:ext cx="112014" cy="11201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Rectangle 11">
            <a:extLst>
              <a:ext uri="{FF2B5EF4-FFF2-40B4-BE49-F238E27FC236}">
                <a16:creationId xmlns:a16="http://schemas.microsoft.com/office/drawing/2014/main" id="{8AB743B7-8B13-FE9C-5DD4-D495C69707E0}"/>
              </a:ext>
            </a:extLst>
          </p:cNvPr>
          <p:cNvSpPr/>
          <p:nvPr/>
        </p:nvSpPr>
        <p:spPr>
          <a:xfrm>
            <a:off x="2551684" y="3454908"/>
            <a:ext cx="112014" cy="11201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Rectangle 12">
            <a:extLst>
              <a:ext uri="{FF2B5EF4-FFF2-40B4-BE49-F238E27FC236}">
                <a16:creationId xmlns:a16="http://schemas.microsoft.com/office/drawing/2014/main" id="{DD06A9CE-9CF9-DAAF-1AE2-23C6903E3909}"/>
              </a:ext>
            </a:extLst>
          </p:cNvPr>
          <p:cNvSpPr/>
          <p:nvPr/>
        </p:nvSpPr>
        <p:spPr>
          <a:xfrm>
            <a:off x="2440940" y="3565652"/>
            <a:ext cx="112014" cy="11201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Rectangle 13">
            <a:extLst>
              <a:ext uri="{FF2B5EF4-FFF2-40B4-BE49-F238E27FC236}">
                <a16:creationId xmlns:a16="http://schemas.microsoft.com/office/drawing/2014/main" id="{68270DA7-CBEE-4CF8-321B-21C012F7496D}"/>
              </a:ext>
            </a:extLst>
          </p:cNvPr>
          <p:cNvSpPr/>
          <p:nvPr/>
        </p:nvSpPr>
        <p:spPr>
          <a:xfrm>
            <a:off x="2551684" y="3565652"/>
            <a:ext cx="112014" cy="11201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Rectangle 14">
            <a:extLst>
              <a:ext uri="{FF2B5EF4-FFF2-40B4-BE49-F238E27FC236}">
                <a16:creationId xmlns:a16="http://schemas.microsoft.com/office/drawing/2014/main" id="{A6F3AE5F-111D-EDD3-D68F-115CCC1D6D82}"/>
              </a:ext>
            </a:extLst>
          </p:cNvPr>
          <p:cNvSpPr/>
          <p:nvPr/>
        </p:nvSpPr>
        <p:spPr>
          <a:xfrm>
            <a:off x="2551684" y="3676396"/>
            <a:ext cx="112014" cy="11201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6" name="Rectangle 15">
            <a:extLst>
              <a:ext uri="{FF2B5EF4-FFF2-40B4-BE49-F238E27FC236}">
                <a16:creationId xmlns:a16="http://schemas.microsoft.com/office/drawing/2014/main" id="{7099030D-12CA-E0AF-6F57-251D8EA63311}"/>
              </a:ext>
            </a:extLst>
          </p:cNvPr>
          <p:cNvSpPr/>
          <p:nvPr/>
        </p:nvSpPr>
        <p:spPr>
          <a:xfrm>
            <a:off x="2662428" y="3676396"/>
            <a:ext cx="112014" cy="11201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Rectangle 16">
            <a:extLst>
              <a:ext uri="{FF2B5EF4-FFF2-40B4-BE49-F238E27FC236}">
                <a16:creationId xmlns:a16="http://schemas.microsoft.com/office/drawing/2014/main" id="{B8CE40E6-03A2-6DA3-604E-B8C1CBFF452E}"/>
              </a:ext>
            </a:extLst>
          </p:cNvPr>
          <p:cNvSpPr/>
          <p:nvPr/>
        </p:nvSpPr>
        <p:spPr>
          <a:xfrm>
            <a:off x="2551684" y="3787140"/>
            <a:ext cx="112014" cy="11201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8" name="Rectangle 17">
            <a:extLst>
              <a:ext uri="{FF2B5EF4-FFF2-40B4-BE49-F238E27FC236}">
                <a16:creationId xmlns:a16="http://schemas.microsoft.com/office/drawing/2014/main" id="{B28EDAF1-7462-EA87-AE29-377A95AB47CA}"/>
              </a:ext>
            </a:extLst>
          </p:cNvPr>
          <p:cNvSpPr/>
          <p:nvPr/>
        </p:nvSpPr>
        <p:spPr>
          <a:xfrm>
            <a:off x="2662428" y="3787140"/>
            <a:ext cx="112014" cy="11201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9" name="Rectangle 18">
            <a:extLst>
              <a:ext uri="{FF2B5EF4-FFF2-40B4-BE49-F238E27FC236}">
                <a16:creationId xmlns:a16="http://schemas.microsoft.com/office/drawing/2014/main" id="{D1C9C584-4F52-BE63-6715-A123FA4A7154}"/>
              </a:ext>
            </a:extLst>
          </p:cNvPr>
          <p:cNvSpPr/>
          <p:nvPr/>
        </p:nvSpPr>
        <p:spPr>
          <a:xfrm>
            <a:off x="2551684" y="3897884"/>
            <a:ext cx="112014" cy="11201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0" name="Rectangle 19">
            <a:extLst>
              <a:ext uri="{FF2B5EF4-FFF2-40B4-BE49-F238E27FC236}">
                <a16:creationId xmlns:a16="http://schemas.microsoft.com/office/drawing/2014/main" id="{700BFD31-9D28-4BC0-8BE4-F5CBAA2BA720}"/>
              </a:ext>
            </a:extLst>
          </p:cNvPr>
          <p:cNvSpPr/>
          <p:nvPr/>
        </p:nvSpPr>
        <p:spPr>
          <a:xfrm>
            <a:off x="2662428" y="3897884"/>
            <a:ext cx="112014" cy="11201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1" name="Rectangle 20">
            <a:extLst>
              <a:ext uri="{FF2B5EF4-FFF2-40B4-BE49-F238E27FC236}">
                <a16:creationId xmlns:a16="http://schemas.microsoft.com/office/drawing/2014/main" id="{5BD676E1-7E8B-A26B-D170-FD347323039B}"/>
              </a:ext>
            </a:extLst>
          </p:cNvPr>
          <p:cNvSpPr/>
          <p:nvPr/>
        </p:nvSpPr>
        <p:spPr>
          <a:xfrm>
            <a:off x="2662428" y="4008628"/>
            <a:ext cx="112014" cy="11201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2" name="Rectangle 21">
            <a:extLst>
              <a:ext uri="{FF2B5EF4-FFF2-40B4-BE49-F238E27FC236}">
                <a16:creationId xmlns:a16="http://schemas.microsoft.com/office/drawing/2014/main" id="{C62FA38F-21C1-F302-8F60-7B13614EDB7B}"/>
              </a:ext>
            </a:extLst>
          </p:cNvPr>
          <p:cNvSpPr/>
          <p:nvPr/>
        </p:nvSpPr>
        <p:spPr>
          <a:xfrm>
            <a:off x="2662428" y="4119372"/>
            <a:ext cx="112014" cy="11201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3" name="Rectangle 22">
            <a:extLst>
              <a:ext uri="{FF2B5EF4-FFF2-40B4-BE49-F238E27FC236}">
                <a16:creationId xmlns:a16="http://schemas.microsoft.com/office/drawing/2014/main" id="{BA29748B-8A81-5C6C-D4AE-E1BEE3D21A9F}"/>
              </a:ext>
            </a:extLst>
          </p:cNvPr>
          <p:cNvSpPr/>
          <p:nvPr/>
        </p:nvSpPr>
        <p:spPr>
          <a:xfrm>
            <a:off x="2773172" y="4119372"/>
            <a:ext cx="112014" cy="11201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4" name="Rectangle 23">
            <a:extLst>
              <a:ext uri="{FF2B5EF4-FFF2-40B4-BE49-F238E27FC236}">
                <a16:creationId xmlns:a16="http://schemas.microsoft.com/office/drawing/2014/main" id="{A185A5D7-8CCF-4622-4BF9-D52C07C1CB97}"/>
              </a:ext>
            </a:extLst>
          </p:cNvPr>
          <p:cNvSpPr/>
          <p:nvPr/>
        </p:nvSpPr>
        <p:spPr>
          <a:xfrm>
            <a:off x="2662428" y="4230116"/>
            <a:ext cx="112014" cy="11201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5" name="Rectangle 24">
            <a:extLst>
              <a:ext uri="{FF2B5EF4-FFF2-40B4-BE49-F238E27FC236}">
                <a16:creationId xmlns:a16="http://schemas.microsoft.com/office/drawing/2014/main" id="{2DCA504F-789C-DC96-8B63-4B8FA3CB228A}"/>
              </a:ext>
            </a:extLst>
          </p:cNvPr>
          <p:cNvSpPr/>
          <p:nvPr/>
        </p:nvSpPr>
        <p:spPr>
          <a:xfrm>
            <a:off x="2773172" y="4230116"/>
            <a:ext cx="112014" cy="11201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6" name="Rectangle 25">
            <a:extLst>
              <a:ext uri="{FF2B5EF4-FFF2-40B4-BE49-F238E27FC236}">
                <a16:creationId xmlns:a16="http://schemas.microsoft.com/office/drawing/2014/main" id="{2C7DC848-3F4B-954E-7A94-B8ECE8294390}"/>
              </a:ext>
            </a:extLst>
          </p:cNvPr>
          <p:cNvSpPr/>
          <p:nvPr/>
        </p:nvSpPr>
        <p:spPr>
          <a:xfrm>
            <a:off x="2662428" y="4340860"/>
            <a:ext cx="112014" cy="11201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7" name="Rectangle 26">
            <a:extLst>
              <a:ext uri="{FF2B5EF4-FFF2-40B4-BE49-F238E27FC236}">
                <a16:creationId xmlns:a16="http://schemas.microsoft.com/office/drawing/2014/main" id="{B564C8F3-230E-B513-26DB-0B9F42C6C9B9}"/>
              </a:ext>
            </a:extLst>
          </p:cNvPr>
          <p:cNvSpPr/>
          <p:nvPr/>
        </p:nvSpPr>
        <p:spPr>
          <a:xfrm>
            <a:off x="2773172" y="4340860"/>
            <a:ext cx="112014" cy="11201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8" name="Rectangle 27">
            <a:extLst>
              <a:ext uri="{FF2B5EF4-FFF2-40B4-BE49-F238E27FC236}">
                <a16:creationId xmlns:a16="http://schemas.microsoft.com/office/drawing/2014/main" id="{F919E049-0FD5-A12A-B7FB-D693EC79B538}"/>
              </a:ext>
            </a:extLst>
          </p:cNvPr>
          <p:cNvSpPr/>
          <p:nvPr/>
        </p:nvSpPr>
        <p:spPr>
          <a:xfrm>
            <a:off x="2773172" y="4451604"/>
            <a:ext cx="112014" cy="11201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9" name="Rectangle 28">
            <a:extLst>
              <a:ext uri="{FF2B5EF4-FFF2-40B4-BE49-F238E27FC236}">
                <a16:creationId xmlns:a16="http://schemas.microsoft.com/office/drawing/2014/main" id="{3DFFC513-CE1A-8535-40A2-D506CE808553}"/>
              </a:ext>
            </a:extLst>
          </p:cNvPr>
          <p:cNvSpPr/>
          <p:nvPr/>
        </p:nvSpPr>
        <p:spPr>
          <a:xfrm>
            <a:off x="2883916" y="4451604"/>
            <a:ext cx="112014" cy="11201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0" name="Rectangle 29">
            <a:extLst>
              <a:ext uri="{FF2B5EF4-FFF2-40B4-BE49-F238E27FC236}">
                <a16:creationId xmlns:a16="http://schemas.microsoft.com/office/drawing/2014/main" id="{A484B743-B0A6-3C15-033C-B9455B7D014F}"/>
              </a:ext>
            </a:extLst>
          </p:cNvPr>
          <p:cNvSpPr/>
          <p:nvPr/>
        </p:nvSpPr>
        <p:spPr>
          <a:xfrm>
            <a:off x="2773172" y="4562348"/>
            <a:ext cx="112014" cy="11201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1" name="Rectangle 30">
            <a:extLst>
              <a:ext uri="{FF2B5EF4-FFF2-40B4-BE49-F238E27FC236}">
                <a16:creationId xmlns:a16="http://schemas.microsoft.com/office/drawing/2014/main" id="{8D83AAA8-8BB1-024A-209C-7E1234BB7782}"/>
              </a:ext>
            </a:extLst>
          </p:cNvPr>
          <p:cNvSpPr/>
          <p:nvPr/>
        </p:nvSpPr>
        <p:spPr>
          <a:xfrm>
            <a:off x="2883916" y="4562348"/>
            <a:ext cx="112014" cy="11201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2" name="Rectangle 31">
            <a:extLst>
              <a:ext uri="{FF2B5EF4-FFF2-40B4-BE49-F238E27FC236}">
                <a16:creationId xmlns:a16="http://schemas.microsoft.com/office/drawing/2014/main" id="{D91792BB-3C66-807C-18AD-11D8775D5C5A}"/>
              </a:ext>
            </a:extLst>
          </p:cNvPr>
          <p:cNvSpPr/>
          <p:nvPr/>
        </p:nvSpPr>
        <p:spPr>
          <a:xfrm>
            <a:off x="2883916" y="4673092"/>
            <a:ext cx="112014" cy="11201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3" name="Rectangle 32">
            <a:extLst>
              <a:ext uri="{FF2B5EF4-FFF2-40B4-BE49-F238E27FC236}">
                <a16:creationId xmlns:a16="http://schemas.microsoft.com/office/drawing/2014/main" id="{C977CBFE-1CEE-AB6A-0382-158FE58DEF0C}"/>
              </a:ext>
            </a:extLst>
          </p:cNvPr>
          <p:cNvSpPr/>
          <p:nvPr/>
        </p:nvSpPr>
        <p:spPr>
          <a:xfrm>
            <a:off x="2994660" y="4673092"/>
            <a:ext cx="112014" cy="11201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34" name="Straight Connector 33">
            <a:extLst>
              <a:ext uri="{FF2B5EF4-FFF2-40B4-BE49-F238E27FC236}">
                <a16:creationId xmlns:a16="http://schemas.microsoft.com/office/drawing/2014/main" id="{9C485B83-2BF7-AF07-1F24-45946447E09F}"/>
              </a:ext>
            </a:extLst>
          </p:cNvPr>
          <p:cNvCxnSpPr/>
          <p:nvPr/>
        </p:nvCxnSpPr>
        <p:spPr>
          <a:xfrm>
            <a:off x="1333500" y="2679700"/>
            <a:ext cx="27686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8A17B382-23FE-9210-0D41-5430BBF4444A}"/>
              </a:ext>
            </a:extLst>
          </p:cNvPr>
          <p:cNvCxnSpPr/>
          <p:nvPr/>
        </p:nvCxnSpPr>
        <p:spPr>
          <a:xfrm>
            <a:off x="1333500" y="5448300"/>
            <a:ext cx="27686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58E847AA-6A94-FEEE-FC27-66E6A48D7B38}"/>
              </a:ext>
            </a:extLst>
          </p:cNvPr>
          <p:cNvCxnSpPr/>
          <p:nvPr/>
        </p:nvCxnSpPr>
        <p:spPr>
          <a:xfrm>
            <a:off x="1333500" y="2679700"/>
            <a:ext cx="0" cy="276860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EAAD092F-4CFA-D34F-2705-6FFB8905399D}"/>
              </a:ext>
            </a:extLst>
          </p:cNvPr>
          <p:cNvCxnSpPr/>
          <p:nvPr/>
        </p:nvCxnSpPr>
        <p:spPr>
          <a:xfrm>
            <a:off x="4102100" y="2679700"/>
            <a:ext cx="0" cy="276860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1FBAA0EF-53F0-48FD-7691-DAF519A962B0}"/>
              </a:ext>
            </a:extLst>
          </p:cNvPr>
          <p:cNvCxnSpPr/>
          <p:nvPr/>
        </p:nvCxnSpPr>
        <p:spPr>
          <a:xfrm>
            <a:off x="2717800" y="2679700"/>
            <a:ext cx="0" cy="2768600"/>
          </a:xfrm>
          <a:prstGeom prst="line">
            <a:avLst/>
          </a:prstGeom>
          <a:ln w="27940">
            <a:solidFill>
              <a:srgbClr val="D7E0E9"/>
            </a:solidFill>
            <a:prstDash val="dash"/>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11CD485F-D81F-E2B7-9BCF-F8FD8262163E}"/>
              </a:ext>
            </a:extLst>
          </p:cNvPr>
          <p:cNvCxnSpPr/>
          <p:nvPr/>
        </p:nvCxnSpPr>
        <p:spPr>
          <a:xfrm>
            <a:off x="1333500" y="4064000"/>
            <a:ext cx="2768600" cy="0"/>
          </a:xfrm>
          <a:prstGeom prst="line">
            <a:avLst/>
          </a:prstGeom>
          <a:ln w="27940">
            <a:solidFill>
              <a:srgbClr val="D7E0E9"/>
            </a:solidFill>
            <a:prstDash val="dash"/>
          </a:ln>
        </p:spPr>
        <p:style>
          <a:lnRef idx="2">
            <a:schemeClr val="accent1"/>
          </a:lnRef>
          <a:fillRef idx="0">
            <a:schemeClr val="accent1"/>
          </a:fillRef>
          <a:effectRef idx="1">
            <a:schemeClr val="accent1"/>
          </a:effectRef>
          <a:fontRef idx="minor">
            <a:schemeClr val="tx1"/>
          </a:fontRef>
        </p:style>
      </p:cxnSp>
      <p:sp>
        <p:nvSpPr>
          <p:cNvPr id="40" name="text_39">
            <a:extLst>
              <a:ext uri="{FF2B5EF4-FFF2-40B4-BE49-F238E27FC236}">
                <a16:creationId xmlns:a16="http://schemas.microsoft.com/office/drawing/2014/main" id="{FE00561F-A897-C5A3-E565-F444FA4A9539}"/>
              </a:ext>
            </a:extLst>
          </p:cNvPr>
          <p:cNvSpPr txBox="1"/>
          <p:nvPr/>
        </p:nvSpPr>
        <p:spPr>
          <a:xfrm>
            <a:off x="2362200" y="5511799"/>
            <a:ext cx="1524000" cy="4064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q₁ (rad)</a:t>
            </a:r>
          </a:p>
        </p:txBody>
      </p:sp>
      <p:sp>
        <p:nvSpPr>
          <p:cNvPr id="41" name="text_40">
            <a:extLst>
              <a:ext uri="{FF2B5EF4-FFF2-40B4-BE49-F238E27FC236}">
                <a16:creationId xmlns:a16="http://schemas.microsoft.com/office/drawing/2014/main" id="{09D068D1-67D7-1668-5159-A687F6CDCC40}"/>
              </a:ext>
            </a:extLst>
          </p:cNvPr>
          <p:cNvSpPr txBox="1"/>
          <p:nvPr/>
        </p:nvSpPr>
        <p:spPr>
          <a:xfrm>
            <a:off x="825500" y="2616199"/>
            <a:ext cx="482600" cy="431800"/>
          </a:xfrm>
          <a:prstGeom prst="rect">
            <a:avLst/>
          </a:prstGeom>
          <a:noFill/>
        </p:spPr>
        <p:txBody>
          <a:bodyPr vert="horz" wrap="square" lIns="0" tIns="0" rIns="0" bIns="0" rtlCol="0" anchor="t">
            <a:noAutofit/>
          </a:bodyPr>
          <a:lstStyle/>
          <a:p>
            <a:r>
              <a:rPr lang="el-GR" sz="2400">
                <a:solidFill>
                  <a:srgbClr val="526477"/>
                </a:solidFill>
                <a:latin typeface="Aptos" panose="020B0004020202020204" pitchFamily="34" charset="0"/>
              </a:rPr>
              <a:t>π</a:t>
            </a:r>
            <a:endParaRPr lang="en-IL" sz="2400">
              <a:solidFill>
                <a:srgbClr val="526477"/>
              </a:solidFill>
              <a:latin typeface="Aptos" panose="020B0004020202020204" pitchFamily="34" charset="0"/>
            </a:endParaRPr>
          </a:p>
        </p:txBody>
      </p:sp>
      <p:sp>
        <p:nvSpPr>
          <p:cNvPr id="42" name="text_41">
            <a:extLst>
              <a:ext uri="{FF2B5EF4-FFF2-40B4-BE49-F238E27FC236}">
                <a16:creationId xmlns:a16="http://schemas.microsoft.com/office/drawing/2014/main" id="{2F112953-E73C-290F-E650-00740567266D}"/>
              </a:ext>
            </a:extLst>
          </p:cNvPr>
          <p:cNvSpPr txBox="1"/>
          <p:nvPr/>
        </p:nvSpPr>
        <p:spPr>
          <a:xfrm>
            <a:off x="723900" y="5130799"/>
            <a:ext cx="546100" cy="431800"/>
          </a:xfrm>
          <a:prstGeom prst="rect">
            <a:avLst/>
          </a:prstGeom>
          <a:noFill/>
        </p:spPr>
        <p:txBody>
          <a:bodyPr vert="horz" wrap="square" lIns="0" tIns="0" rIns="0" bIns="0" rtlCol="0" anchor="t">
            <a:noAutofit/>
          </a:bodyPr>
          <a:lstStyle/>
          <a:p>
            <a:r>
              <a:rPr lang="el-GR" sz="2400">
                <a:solidFill>
                  <a:srgbClr val="526477"/>
                </a:solidFill>
                <a:latin typeface="Aptos" panose="020B0004020202020204" pitchFamily="34" charset="0"/>
              </a:rPr>
              <a:t>−π</a:t>
            </a:r>
            <a:endParaRPr lang="en-IL" sz="2400">
              <a:solidFill>
                <a:srgbClr val="526477"/>
              </a:solidFill>
              <a:latin typeface="Aptos" panose="020B0004020202020204" pitchFamily="34" charset="0"/>
            </a:endParaRPr>
          </a:p>
        </p:txBody>
      </p:sp>
      <p:sp>
        <p:nvSpPr>
          <p:cNvPr id="43" name="text_42">
            <a:extLst>
              <a:ext uri="{FF2B5EF4-FFF2-40B4-BE49-F238E27FC236}">
                <a16:creationId xmlns:a16="http://schemas.microsoft.com/office/drawing/2014/main" id="{E1347325-AC13-F651-EE7B-42B26D287129}"/>
              </a:ext>
            </a:extLst>
          </p:cNvPr>
          <p:cNvSpPr txBox="1"/>
          <p:nvPr/>
        </p:nvSpPr>
        <p:spPr>
          <a:xfrm>
            <a:off x="4191000" y="2705099"/>
            <a:ext cx="1143000" cy="4064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q₂</a:t>
            </a:r>
          </a:p>
        </p:txBody>
      </p:sp>
      <p:cxnSp>
        <p:nvCxnSpPr>
          <p:cNvPr id="44" name="Straight Connector 43">
            <a:extLst>
              <a:ext uri="{FF2B5EF4-FFF2-40B4-BE49-F238E27FC236}">
                <a16:creationId xmlns:a16="http://schemas.microsoft.com/office/drawing/2014/main" id="{7DFAF816-DDB4-604B-58B2-39B3E9CA14BA}"/>
              </a:ext>
            </a:extLst>
          </p:cNvPr>
          <p:cNvCxnSpPr/>
          <p:nvPr/>
        </p:nvCxnSpPr>
        <p:spPr>
          <a:xfrm>
            <a:off x="2409354" y="3799618"/>
            <a:ext cx="616892" cy="528764"/>
          </a:xfrm>
          <a:prstGeom prst="line">
            <a:avLst/>
          </a:prstGeom>
          <a:ln w="27940">
            <a:solidFill>
              <a:srgbClr val="C43C47"/>
            </a:solidFill>
          </a:ln>
        </p:spPr>
        <p:style>
          <a:lnRef idx="2">
            <a:schemeClr val="accent1"/>
          </a:lnRef>
          <a:fillRef idx="0">
            <a:schemeClr val="accent1"/>
          </a:fillRef>
          <a:effectRef idx="1">
            <a:schemeClr val="accent1"/>
          </a:effectRef>
          <a:fontRef idx="minor">
            <a:schemeClr val="tx1"/>
          </a:fontRef>
        </p:style>
      </p:cxnSp>
      <p:sp>
        <p:nvSpPr>
          <p:cNvPr id="45" name="Oval 44">
            <a:extLst>
              <a:ext uri="{FF2B5EF4-FFF2-40B4-BE49-F238E27FC236}">
                <a16:creationId xmlns:a16="http://schemas.microsoft.com/office/drawing/2014/main" id="{2BBBEEAC-34C5-C22B-A012-D49C29298599}"/>
              </a:ext>
            </a:extLst>
          </p:cNvPr>
          <p:cNvSpPr/>
          <p:nvPr/>
        </p:nvSpPr>
        <p:spPr>
          <a:xfrm>
            <a:off x="2320454" y="3710718"/>
            <a:ext cx="177800" cy="1778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6" name="Oval 45">
            <a:extLst>
              <a:ext uri="{FF2B5EF4-FFF2-40B4-BE49-F238E27FC236}">
                <a16:creationId xmlns:a16="http://schemas.microsoft.com/office/drawing/2014/main" id="{81FD0423-57EB-69B1-6737-B6890F7B8AFA}"/>
              </a:ext>
            </a:extLst>
          </p:cNvPr>
          <p:cNvSpPr/>
          <p:nvPr/>
        </p:nvSpPr>
        <p:spPr>
          <a:xfrm>
            <a:off x="2937346" y="4239482"/>
            <a:ext cx="177800" cy="1778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7" name="Oval 46">
            <a:extLst>
              <a:ext uri="{FF2B5EF4-FFF2-40B4-BE49-F238E27FC236}">
                <a16:creationId xmlns:a16="http://schemas.microsoft.com/office/drawing/2014/main" id="{8A26E078-EDB8-84A9-78FA-8DB5A5EACC9F}"/>
              </a:ext>
            </a:extLst>
          </p:cNvPr>
          <p:cNvSpPr/>
          <p:nvPr/>
        </p:nvSpPr>
        <p:spPr>
          <a:xfrm>
            <a:off x="2628900" y="3975100"/>
            <a:ext cx="177800" cy="177800"/>
          </a:xfrm>
          <a:prstGeom prst="ellipse">
            <a:avLst/>
          </a:prstGeom>
          <a:solidFill>
            <a:srgbClr val="C43C4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8" name="text_47">
            <a:extLst>
              <a:ext uri="{FF2B5EF4-FFF2-40B4-BE49-F238E27FC236}">
                <a16:creationId xmlns:a16="http://schemas.microsoft.com/office/drawing/2014/main" id="{04D89F6E-0698-9EA3-655D-3370947690A7}"/>
              </a:ext>
            </a:extLst>
          </p:cNvPr>
          <p:cNvSpPr txBox="1"/>
          <p:nvPr/>
        </p:nvSpPr>
        <p:spPr>
          <a:xfrm>
            <a:off x="5600700" y="2743199"/>
            <a:ext cx="5905500" cy="800100"/>
          </a:xfrm>
          <a:prstGeom prst="rect">
            <a:avLst/>
          </a:prstGeom>
          <a:noFill/>
        </p:spPr>
        <p:txBody>
          <a:bodyPr vert="horz" wrap="square" lIns="0" tIns="0" rIns="0" bIns="0" rtlCol="0" anchor="t">
            <a:noAutofit/>
          </a:bodyPr>
          <a:lstStyle/>
          <a:p>
            <a:r>
              <a:rPr lang="en-US" sz="3200">
                <a:solidFill>
                  <a:srgbClr val="2459D3"/>
                </a:solidFill>
                <a:latin typeface="Cambria Math" panose="02040503050406030204" pitchFamily="18" charset="0"/>
              </a:rPr>
              <a:t>q(s) = (1−s)q</a:t>
            </a:r>
            <a:r>
              <a:rPr lang="en-US" sz="2304" baseline="-22000">
                <a:solidFill>
                  <a:srgbClr val="2459D3"/>
                </a:solidFill>
                <a:latin typeface="Cambria Math" panose="02040503050406030204" pitchFamily="18" charset="0"/>
              </a:rPr>
              <a:t>start</a:t>
            </a:r>
            <a:r>
              <a:rPr lang="en-US" sz="3200">
                <a:solidFill>
                  <a:srgbClr val="2459D3"/>
                </a:solidFill>
                <a:latin typeface="Cambria Math" panose="02040503050406030204" pitchFamily="18" charset="0"/>
              </a:rPr>
              <a:t> + sq</a:t>
            </a:r>
            <a:r>
              <a:rPr lang="en-US" sz="2304" baseline="-22000">
                <a:solidFill>
                  <a:srgbClr val="2459D3"/>
                </a:solidFill>
                <a:latin typeface="Cambria Math" panose="02040503050406030204" pitchFamily="18" charset="0"/>
              </a:rPr>
              <a:t>goal</a:t>
            </a:r>
            <a:endParaRPr lang="en-IL" sz="2304" baseline="-22000">
              <a:solidFill>
                <a:srgbClr val="2459D3"/>
              </a:solidFill>
              <a:latin typeface="Cambria Math" panose="02040503050406030204" pitchFamily="18" charset="0"/>
            </a:endParaRPr>
          </a:p>
        </p:txBody>
      </p:sp>
      <p:sp>
        <p:nvSpPr>
          <p:cNvPr id="49" name="Rectangle: Rounded Corners 48">
            <a:extLst>
              <a:ext uri="{FF2B5EF4-FFF2-40B4-BE49-F238E27FC236}">
                <a16:creationId xmlns:a16="http://schemas.microsoft.com/office/drawing/2014/main" id="{6CE0FFC3-997F-690C-3D45-0C70E35C7A7B}"/>
              </a:ext>
            </a:extLst>
          </p:cNvPr>
          <p:cNvSpPr/>
          <p:nvPr/>
        </p:nvSpPr>
        <p:spPr>
          <a:xfrm>
            <a:off x="5600700" y="3860800"/>
            <a:ext cx="5905500" cy="5334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0" name="text_49">
            <a:extLst>
              <a:ext uri="{FF2B5EF4-FFF2-40B4-BE49-F238E27FC236}">
                <a16:creationId xmlns:a16="http://schemas.microsoft.com/office/drawing/2014/main" id="{39AEF40C-3DFE-1C20-F93C-1AA51E70FCE4}"/>
              </a:ext>
            </a:extLst>
          </p:cNvPr>
          <p:cNvSpPr txBox="1"/>
          <p:nvPr/>
        </p:nvSpPr>
        <p:spPr>
          <a:xfrm>
            <a:off x="5753100" y="3949699"/>
            <a:ext cx="5600700" cy="381000"/>
          </a:xfrm>
          <a:prstGeom prst="rect">
            <a:avLst/>
          </a:prstGeom>
          <a:noFill/>
        </p:spPr>
        <p:txBody>
          <a:bodyPr vert="horz" wrap="square" lIns="0" tIns="0" rIns="0" bIns="0" rtlCol="0" anchor="t">
            <a:noAutofit/>
          </a:bodyPr>
          <a:lstStyle/>
          <a:p>
            <a:r>
              <a:rPr lang="en-IL" sz="2400" b="1">
                <a:solidFill>
                  <a:srgbClr val="137F79"/>
                </a:solidFill>
                <a:latin typeface="Aptos" panose="020B0004020202020204" pitchFamily="34" charset="0"/>
              </a:rPr>
              <a:t>s = 0, 1: free</a:t>
            </a:r>
          </a:p>
        </p:txBody>
      </p:sp>
      <p:sp>
        <p:nvSpPr>
          <p:cNvPr id="51" name="Rectangle: Rounded Corners 50">
            <a:extLst>
              <a:ext uri="{FF2B5EF4-FFF2-40B4-BE49-F238E27FC236}">
                <a16:creationId xmlns:a16="http://schemas.microsoft.com/office/drawing/2014/main" id="{F8F2942F-6C95-FB34-6871-E61D0BD93B82}"/>
              </a:ext>
            </a:extLst>
          </p:cNvPr>
          <p:cNvSpPr/>
          <p:nvPr/>
        </p:nvSpPr>
        <p:spPr>
          <a:xfrm>
            <a:off x="5600700" y="4737100"/>
            <a:ext cx="5905500" cy="533400"/>
          </a:xfrm>
          <a:prstGeom prst="roundRect">
            <a:avLst>
              <a:gd name="adj" fmla="val 9000"/>
            </a:avLst>
          </a:prstGeom>
          <a:solidFill>
            <a:srgbClr val="FFF0D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2" name="text_51">
            <a:extLst>
              <a:ext uri="{FF2B5EF4-FFF2-40B4-BE49-F238E27FC236}">
                <a16:creationId xmlns:a16="http://schemas.microsoft.com/office/drawing/2014/main" id="{BE13E897-E165-4372-AA55-A46FE8092A5F}"/>
              </a:ext>
            </a:extLst>
          </p:cNvPr>
          <p:cNvSpPr txBox="1"/>
          <p:nvPr/>
        </p:nvSpPr>
        <p:spPr>
          <a:xfrm>
            <a:off x="5753100" y="4825999"/>
            <a:ext cx="5600700" cy="381000"/>
          </a:xfrm>
          <a:prstGeom prst="rect">
            <a:avLst/>
          </a:prstGeom>
          <a:noFill/>
        </p:spPr>
        <p:txBody>
          <a:bodyPr vert="horz" wrap="square" lIns="0" tIns="0" rIns="0" bIns="0" rtlCol="0" anchor="t">
            <a:noAutofit/>
          </a:bodyPr>
          <a:lstStyle/>
          <a:p>
            <a:r>
              <a:rPr lang="en-IL" sz="2400" b="1">
                <a:solidFill>
                  <a:srgbClr val="C43C47"/>
                </a:solidFill>
                <a:latin typeface="Aptos" panose="020B0004020202020204" pitchFamily="34" charset="0"/>
              </a:rPr>
              <a:t>s = ½: collision</a:t>
            </a:r>
          </a:p>
        </p:txBody>
      </p:sp>
      <p:sp>
        <p:nvSpPr>
          <p:cNvPr id="53" name="text_52">
            <a:extLst>
              <a:ext uri="{FF2B5EF4-FFF2-40B4-BE49-F238E27FC236}">
                <a16:creationId xmlns:a16="http://schemas.microsoft.com/office/drawing/2014/main" id="{0B7C7E76-3614-CBEA-A778-C853498F1C84}"/>
              </a:ext>
            </a:extLst>
          </p:cNvPr>
          <p:cNvSpPr txBox="1"/>
          <p:nvPr/>
        </p:nvSpPr>
        <p:spPr>
          <a:xfrm>
            <a:off x="685800" y="5727699"/>
            <a:ext cx="10820400" cy="469900"/>
          </a:xfrm>
          <a:prstGeom prst="rect">
            <a:avLst/>
          </a:prstGeom>
          <a:noFill/>
        </p:spPr>
        <p:txBody>
          <a:bodyPr vert="horz" wrap="square" lIns="0" tIns="0" rIns="0" bIns="0" rtlCol="0" anchor="t">
            <a:noAutofit/>
          </a:bodyPr>
          <a:lstStyle/>
          <a:p>
            <a:r>
              <a:rPr lang="en-US" sz="2600" b="1">
                <a:solidFill>
                  <a:srgbClr val="15283B"/>
                </a:solidFill>
                <a:latin typeface="Aptos" panose="020B0004020202020204" pitchFamily="34" charset="0"/>
              </a:rPr>
              <a:t>A valid motion needs valid intermediate configurations.</a:t>
            </a:r>
            <a:endParaRPr lang="en-IL" sz="2600" b="1">
              <a:solidFill>
                <a:srgbClr val="15283B"/>
              </a:solidFill>
              <a:latin typeface="Aptos" panose="020B0004020202020204" pitchFamily="34" charset="0"/>
            </a:endParaRPr>
          </a:p>
        </p:txBody>
      </p:sp>
    </p:spTree>
    <p:extLst>
      <p:ext uri="{BB962C8B-B14F-4D97-AF65-F5344CB8AC3E}">
        <p14:creationId xmlns:p14="http://schemas.microsoft.com/office/powerpoint/2010/main" val="4653234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D99981FB-6CB5-DF15-79A6-D3CF00E1DF94}"/>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04 / CONFIGURATION SPACE &amp; PRM</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98DDEA03-F46E-E220-0C06-E222CD2ED335}"/>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PRM: build, query, verify</a:t>
            </a:r>
          </a:p>
        </p:txBody>
      </p:sp>
      <p:sp>
        <p:nvSpPr>
          <p:cNvPr id="4" name="text_3">
            <a:extLst>
              <a:ext uri="{FF2B5EF4-FFF2-40B4-BE49-F238E27FC236}">
                <a16:creationId xmlns:a16="http://schemas.microsoft.com/office/drawing/2014/main" id="{793EC244-F5DF-B5B8-7B90-97758E506173}"/>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The live demo will make these steps clearer.</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A00582A3-5031-9CC9-1A84-BF29230041F2}"/>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3E85D9C1-16E3-7C11-46BC-F866E2E411E0}"/>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Motion Planning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700A394D-4A96-DBD0-BC32-DDAC714F26FD}"/>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07</a:t>
            </a:r>
          </a:p>
        </p:txBody>
      </p:sp>
      <p:sp>
        <p:nvSpPr>
          <p:cNvPr id="8" name="Rectangle: Rounded Corners 7">
            <a:extLst>
              <a:ext uri="{FF2B5EF4-FFF2-40B4-BE49-F238E27FC236}">
                <a16:creationId xmlns:a16="http://schemas.microsoft.com/office/drawing/2014/main" id="{FB2D78B8-0E9A-B7D5-2110-0B0FFC6789F8}"/>
              </a:ext>
            </a:extLst>
          </p:cNvPr>
          <p:cNvSpPr/>
          <p:nvPr/>
        </p:nvSpPr>
        <p:spPr>
          <a:xfrm>
            <a:off x="685800" y="2743200"/>
            <a:ext cx="2476500" cy="11938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D7E27B8C-F194-3CC1-9EAF-0D776658DCAE}"/>
              </a:ext>
            </a:extLst>
          </p:cNvPr>
          <p:cNvSpPr txBox="1"/>
          <p:nvPr/>
        </p:nvSpPr>
        <p:spPr>
          <a:xfrm>
            <a:off x="876300" y="2920999"/>
            <a:ext cx="2095500" cy="444500"/>
          </a:xfrm>
          <a:prstGeom prst="rect">
            <a:avLst/>
          </a:prstGeom>
          <a:noFill/>
        </p:spPr>
        <p:txBody>
          <a:bodyPr vert="horz" wrap="square" lIns="0" tIns="0" rIns="0" bIns="0" rtlCol="0" anchor="t">
            <a:noAutofit/>
          </a:bodyPr>
          <a:lstStyle/>
          <a:p>
            <a:r>
              <a:rPr lang="en-IL" sz="2500" b="1">
                <a:solidFill>
                  <a:srgbClr val="526477"/>
                </a:solidFill>
                <a:latin typeface="Aptos" panose="020B0004020202020204" pitchFamily="34" charset="0"/>
              </a:rPr>
              <a:t>1</a:t>
            </a:r>
          </a:p>
        </p:txBody>
      </p:sp>
      <p:sp>
        <p:nvSpPr>
          <p:cNvPr id="10" name="text_9">
            <a:extLst>
              <a:ext uri="{FF2B5EF4-FFF2-40B4-BE49-F238E27FC236}">
                <a16:creationId xmlns:a16="http://schemas.microsoft.com/office/drawing/2014/main" id="{281A91F8-6420-B45D-1E46-76AB7DAF4E5B}"/>
              </a:ext>
            </a:extLst>
          </p:cNvPr>
          <p:cNvSpPr txBox="1"/>
          <p:nvPr/>
        </p:nvSpPr>
        <p:spPr>
          <a:xfrm>
            <a:off x="876300" y="3416299"/>
            <a:ext cx="2133600" cy="431800"/>
          </a:xfrm>
          <a:prstGeom prst="rect">
            <a:avLst/>
          </a:prstGeom>
          <a:noFill/>
        </p:spPr>
        <p:txBody>
          <a:bodyPr vert="horz" wrap="square" lIns="0" tIns="0" rIns="0" bIns="0" rtlCol="0" anchor="t">
            <a:noAutofit/>
          </a:bodyPr>
          <a:lstStyle/>
          <a:p>
            <a:r>
              <a:rPr lang="en-IL" sz="2400" b="1">
                <a:solidFill>
                  <a:srgbClr val="15283B"/>
                </a:solidFill>
                <a:latin typeface="Aptos" panose="020B0004020202020204" pitchFamily="34" charset="0"/>
              </a:rPr>
              <a:t>Sample</a:t>
            </a:r>
          </a:p>
        </p:txBody>
      </p:sp>
      <p:cxnSp>
        <p:nvCxnSpPr>
          <p:cNvPr id="11" name="Straight Connector 10">
            <a:extLst>
              <a:ext uri="{FF2B5EF4-FFF2-40B4-BE49-F238E27FC236}">
                <a16:creationId xmlns:a16="http://schemas.microsoft.com/office/drawing/2014/main" id="{70C69FD0-1312-9FD6-296F-061159D3ED6B}"/>
              </a:ext>
            </a:extLst>
          </p:cNvPr>
          <p:cNvCxnSpPr/>
          <p:nvPr/>
        </p:nvCxnSpPr>
        <p:spPr>
          <a:xfrm>
            <a:off x="3200400" y="3352800"/>
            <a:ext cx="2032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sp>
        <p:nvSpPr>
          <p:cNvPr id="12" name="Rectangle: Rounded Corners 11">
            <a:extLst>
              <a:ext uri="{FF2B5EF4-FFF2-40B4-BE49-F238E27FC236}">
                <a16:creationId xmlns:a16="http://schemas.microsoft.com/office/drawing/2014/main" id="{1D9ADEA3-16BE-AA01-AA27-E1B828D88673}"/>
              </a:ext>
            </a:extLst>
          </p:cNvPr>
          <p:cNvSpPr/>
          <p:nvPr/>
        </p:nvSpPr>
        <p:spPr>
          <a:xfrm>
            <a:off x="3467100" y="2743200"/>
            <a:ext cx="2476500" cy="11938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text_12">
            <a:extLst>
              <a:ext uri="{FF2B5EF4-FFF2-40B4-BE49-F238E27FC236}">
                <a16:creationId xmlns:a16="http://schemas.microsoft.com/office/drawing/2014/main" id="{D30EC53A-C074-7598-F129-B0998372F258}"/>
              </a:ext>
            </a:extLst>
          </p:cNvPr>
          <p:cNvSpPr txBox="1"/>
          <p:nvPr/>
        </p:nvSpPr>
        <p:spPr>
          <a:xfrm>
            <a:off x="3657600" y="2920999"/>
            <a:ext cx="2095500" cy="444500"/>
          </a:xfrm>
          <a:prstGeom prst="rect">
            <a:avLst/>
          </a:prstGeom>
          <a:noFill/>
        </p:spPr>
        <p:txBody>
          <a:bodyPr vert="horz" wrap="square" lIns="0" tIns="0" rIns="0" bIns="0" rtlCol="0" anchor="t">
            <a:noAutofit/>
          </a:bodyPr>
          <a:lstStyle/>
          <a:p>
            <a:r>
              <a:rPr lang="en-IL" sz="2500" b="1">
                <a:solidFill>
                  <a:srgbClr val="526477"/>
                </a:solidFill>
                <a:latin typeface="Aptos" panose="020B0004020202020204" pitchFamily="34" charset="0"/>
              </a:rPr>
              <a:t>2</a:t>
            </a:r>
          </a:p>
        </p:txBody>
      </p:sp>
      <p:sp>
        <p:nvSpPr>
          <p:cNvPr id="14" name="text_13">
            <a:extLst>
              <a:ext uri="{FF2B5EF4-FFF2-40B4-BE49-F238E27FC236}">
                <a16:creationId xmlns:a16="http://schemas.microsoft.com/office/drawing/2014/main" id="{7063BCF9-CD28-3133-D254-BD07E95A53E3}"/>
              </a:ext>
            </a:extLst>
          </p:cNvPr>
          <p:cNvSpPr txBox="1"/>
          <p:nvPr/>
        </p:nvSpPr>
        <p:spPr>
          <a:xfrm>
            <a:off x="3657600" y="3416299"/>
            <a:ext cx="2133600" cy="431800"/>
          </a:xfrm>
          <a:prstGeom prst="rect">
            <a:avLst/>
          </a:prstGeom>
          <a:noFill/>
        </p:spPr>
        <p:txBody>
          <a:bodyPr vert="horz" wrap="square" lIns="0" tIns="0" rIns="0" bIns="0" rtlCol="0" anchor="t">
            <a:noAutofit/>
          </a:bodyPr>
          <a:lstStyle/>
          <a:p>
            <a:r>
              <a:rPr lang="en-IL" sz="2400" b="1">
                <a:solidFill>
                  <a:srgbClr val="15283B"/>
                </a:solidFill>
                <a:latin typeface="Aptos" panose="020B0004020202020204" pitchFamily="34" charset="0"/>
              </a:rPr>
              <a:t>Filter</a:t>
            </a:r>
          </a:p>
        </p:txBody>
      </p:sp>
      <p:cxnSp>
        <p:nvCxnSpPr>
          <p:cNvPr id="15" name="Straight Connector 14">
            <a:extLst>
              <a:ext uri="{FF2B5EF4-FFF2-40B4-BE49-F238E27FC236}">
                <a16:creationId xmlns:a16="http://schemas.microsoft.com/office/drawing/2014/main" id="{C43D2750-826D-1E60-2BE2-EBCFC9CEC01C}"/>
              </a:ext>
            </a:extLst>
          </p:cNvPr>
          <p:cNvCxnSpPr/>
          <p:nvPr/>
        </p:nvCxnSpPr>
        <p:spPr>
          <a:xfrm>
            <a:off x="5981700" y="3352800"/>
            <a:ext cx="2032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sp>
        <p:nvSpPr>
          <p:cNvPr id="16" name="Rectangle: Rounded Corners 15">
            <a:extLst>
              <a:ext uri="{FF2B5EF4-FFF2-40B4-BE49-F238E27FC236}">
                <a16:creationId xmlns:a16="http://schemas.microsoft.com/office/drawing/2014/main" id="{1F5ABC8D-3AE3-BA1E-3E35-6633A3323A3D}"/>
              </a:ext>
            </a:extLst>
          </p:cNvPr>
          <p:cNvSpPr/>
          <p:nvPr/>
        </p:nvSpPr>
        <p:spPr>
          <a:xfrm>
            <a:off x="6248400" y="2743200"/>
            <a:ext cx="2476500" cy="11938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text_16">
            <a:extLst>
              <a:ext uri="{FF2B5EF4-FFF2-40B4-BE49-F238E27FC236}">
                <a16:creationId xmlns:a16="http://schemas.microsoft.com/office/drawing/2014/main" id="{E378ACBB-E421-1AED-57C6-B6D65F30A54B}"/>
              </a:ext>
            </a:extLst>
          </p:cNvPr>
          <p:cNvSpPr txBox="1"/>
          <p:nvPr/>
        </p:nvSpPr>
        <p:spPr>
          <a:xfrm>
            <a:off x="6438900" y="2920999"/>
            <a:ext cx="2095500" cy="444500"/>
          </a:xfrm>
          <a:prstGeom prst="rect">
            <a:avLst/>
          </a:prstGeom>
          <a:noFill/>
        </p:spPr>
        <p:txBody>
          <a:bodyPr vert="horz" wrap="square" lIns="0" tIns="0" rIns="0" bIns="0" rtlCol="0" anchor="t">
            <a:noAutofit/>
          </a:bodyPr>
          <a:lstStyle/>
          <a:p>
            <a:r>
              <a:rPr lang="en-IL" sz="2500" b="1">
                <a:solidFill>
                  <a:srgbClr val="526477"/>
                </a:solidFill>
                <a:latin typeface="Aptos" panose="020B0004020202020204" pitchFamily="34" charset="0"/>
              </a:rPr>
              <a:t>3</a:t>
            </a:r>
          </a:p>
        </p:txBody>
      </p:sp>
      <p:sp>
        <p:nvSpPr>
          <p:cNvPr id="18" name="text_17">
            <a:extLst>
              <a:ext uri="{FF2B5EF4-FFF2-40B4-BE49-F238E27FC236}">
                <a16:creationId xmlns:a16="http://schemas.microsoft.com/office/drawing/2014/main" id="{5FA9C3F3-0670-569A-9B37-025401E388DD}"/>
              </a:ext>
            </a:extLst>
          </p:cNvPr>
          <p:cNvSpPr txBox="1"/>
          <p:nvPr/>
        </p:nvSpPr>
        <p:spPr>
          <a:xfrm>
            <a:off x="6438900" y="3416299"/>
            <a:ext cx="2133600" cy="431800"/>
          </a:xfrm>
          <a:prstGeom prst="rect">
            <a:avLst/>
          </a:prstGeom>
          <a:noFill/>
        </p:spPr>
        <p:txBody>
          <a:bodyPr vert="horz" wrap="square" lIns="0" tIns="0" rIns="0" bIns="0" rtlCol="0" anchor="t">
            <a:noAutofit/>
          </a:bodyPr>
          <a:lstStyle/>
          <a:p>
            <a:r>
              <a:rPr lang="en-IL" sz="2400" b="1">
                <a:solidFill>
                  <a:srgbClr val="15283B"/>
                </a:solidFill>
                <a:latin typeface="Aptos" panose="020B0004020202020204" pitchFamily="34" charset="0"/>
              </a:rPr>
              <a:t>Neighbors</a:t>
            </a:r>
          </a:p>
        </p:txBody>
      </p:sp>
      <p:cxnSp>
        <p:nvCxnSpPr>
          <p:cNvPr id="19" name="Straight Connector 18">
            <a:extLst>
              <a:ext uri="{FF2B5EF4-FFF2-40B4-BE49-F238E27FC236}">
                <a16:creationId xmlns:a16="http://schemas.microsoft.com/office/drawing/2014/main" id="{7B1C795C-D8E1-67FA-CE10-F149F6E782E9}"/>
              </a:ext>
            </a:extLst>
          </p:cNvPr>
          <p:cNvCxnSpPr/>
          <p:nvPr/>
        </p:nvCxnSpPr>
        <p:spPr>
          <a:xfrm>
            <a:off x="8763000" y="3352800"/>
            <a:ext cx="2032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sp>
        <p:nvSpPr>
          <p:cNvPr id="20" name="Rectangle: Rounded Corners 19">
            <a:extLst>
              <a:ext uri="{FF2B5EF4-FFF2-40B4-BE49-F238E27FC236}">
                <a16:creationId xmlns:a16="http://schemas.microsoft.com/office/drawing/2014/main" id="{AB33C178-8AE8-977D-3371-E54D28C8A09A}"/>
              </a:ext>
            </a:extLst>
          </p:cNvPr>
          <p:cNvSpPr/>
          <p:nvPr/>
        </p:nvSpPr>
        <p:spPr>
          <a:xfrm>
            <a:off x="9029700" y="2743200"/>
            <a:ext cx="2476500" cy="11938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1" name="text_20">
            <a:extLst>
              <a:ext uri="{FF2B5EF4-FFF2-40B4-BE49-F238E27FC236}">
                <a16:creationId xmlns:a16="http://schemas.microsoft.com/office/drawing/2014/main" id="{FB5172A4-5F67-99F8-AA77-CB05574FB15D}"/>
              </a:ext>
            </a:extLst>
          </p:cNvPr>
          <p:cNvSpPr txBox="1"/>
          <p:nvPr/>
        </p:nvSpPr>
        <p:spPr>
          <a:xfrm>
            <a:off x="9220200" y="2920999"/>
            <a:ext cx="2095500" cy="444500"/>
          </a:xfrm>
          <a:prstGeom prst="rect">
            <a:avLst/>
          </a:prstGeom>
          <a:noFill/>
        </p:spPr>
        <p:txBody>
          <a:bodyPr vert="horz" wrap="square" lIns="0" tIns="0" rIns="0" bIns="0" rtlCol="0" anchor="t">
            <a:noAutofit/>
          </a:bodyPr>
          <a:lstStyle/>
          <a:p>
            <a:r>
              <a:rPr lang="en-IL" sz="2500" b="1">
                <a:solidFill>
                  <a:srgbClr val="526477"/>
                </a:solidFill>
                <a:latin typeface="Aptos" panose="020B0004020202020204" pitchFamily="34" charset="0"/>
              </a:rPr>
              <a:t>4</a:t>
            </a:r>
          </a:p>
        </p:txBody>
      </p:sp>
      <p:sp>
        <p:nvSpPr>
          <p:cNvPr id="22" name="text_21">
            <a:extLst>
              <a:ext uri="{FF2B5EF4-FFF2-40B4-BE49-F238E27FC236}">
                <a16:creationId xmlns:a16="http://schemas.microsoft.com/office/drawing/2014/main" id="{CA3B88B3-97E3-4A45-A4DB-95440D3D4646}"/>
              </a:ext>
            </a:extLst>
          </p:cNvPr>
          <p:cNvSpPr txBox="1"/>
          <p:nvPr/>
        </p:nvSpPr>
        <p:spPr>
          <a:xfrm>
            <a:off x="9220200" y="3416299"/>
            <a:ext cx="2133600" cy="431800"/>
          </a:xfrm>
          <a:prstGeom prst="rect">
            <a:avLst/>
          </a:prstGeom>
          <a:noFill/>
        </p:spPr>
        <p:txBody>
          <a:bodyPr vert="horz" wrap="square" lIns="0" tIns="0" rIns="0" bIns="0" rtlCol="0" anchor="t">
            <a:noAutofit/>
          </a:bodyPr>
          <a:lstStyle/>
          <a:p>
            <a:r>
              <a:rPr lang="en-IL" sz="2400" b="1">
                <a:solidFill>
                  <a:srgbClr val="15283B"/>
                </a:solidFill>
                <a:latin typeface="Aptos" panose="020B0004020202020204" pitchFamily="34" charset="0"/>
              </a:rPr>
              <a:t>Validate</a:t>
            </a:r>
          </a:p>
        </p:txBody>
      </p:sp>
      <p:sp>
        <p:nvSpPr>
          <p:cNvPr id="23" name="Rectangle: Rounded Corners 22">
            <a:extLst>
              <a:ext uri="{FF2B5EF4-FFF2-40B4-BE49-F238E27FC236}">
                <a16:creationId xmlns:a16="http://schemas.microsoft.com/office/drawing/2014/main" id="{9BCFC18C-2B3F-1E7F-98DC-061E95E658C8}"/>
              </a:ext>
            </a:extLst>
          </p:cNvPr>
          <p:cNvSpPr/>
          <p:nvPr/>
        </p:nvSpPr>
        <p:spPr>
          <a:xfrm>
            <a:off x="685800" y="4445000"/>
            <a:ext cx="2476500" cy="11938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4" name="text_23">
            <a:extLst>
              <a:ext uri="{FF2B5EF4-FFF2-40B4-BE49-F238E27FC236}">
                <a16:creationId xmlns:a16="http://schemas.microsoft.com/office/drawing/2014/main" id="{724899B7-E758-0D92-9ABC-EF6F7A55FB17}"/>
              </a:ext>
            </a:extLst>
          </p:cNvPr>
          <p:cNvSpPr txBox="1"/>
          <p:nvPr/>
        </p:nvSpPr>
        <p:spPr>
          <a:xfrm>
            <a:off x="876300" y="4622799"/>
            <a:ext cx="2095500" cy="444500"/>
          </a:xfrm>
          <a:prstGeom prst="rect">
            <a:avLst/>
          </a:prstGeom>
          <a:noFill/>
        </p:spPr>
        <p:txBody>
          <a:bodyPr vert="horz" wrap="square" lIns="0" tIns="0" rIns="0" bIns="0" rtlCol="0" anchor="t">
            <a:noAutofit/>
          </a:bodyPr>
          <a:lstStyle/>
          <a:p>
            <a:r>
              <a:rPr lang="en-IL" sz="2500" b="1">
                <a:solidFill>
                  <a:srgbClr val="526477"/>
                </a:solidFill>
                <a:latin typeface="Aptos" panose="020B0004020202020204" pitchFamily="34" charset="0"/>
              </a:rPr>
              <a:t>5</a:t>
            </a:r>
          </a:p>
        </p:txBody>
      </p:sp>
      <p:sp>
        <p:nvSpPr>
          <p:cNvPr id="25" name="text_24">
            <a:extLst>
              <a:ext uri="{FF2B5EF4-FFF2-40B4-BE49-F238E27FC236}">
                <a16:creationId xmlns:a16="http://schemas.microsoft.com/office/drawing/2014/main" id="{08104F05-FDF7-2163-74D4-06ADF226FB93}"/>
              </a:ext>
            </a:extLst>
          </p:cNvPr>
          <p:cNvSpPr txBox="1"/>
          <p:nvPr/>
        </p:nvSpPr>
        <p:spPr>
          <a:xfrm>
            <a:off x="876300" y="5118099"/>
            <a:ext cx="2133600" cy="431800"/>
          </a:xfrm>
          <a:prstGeom prst="rect">
            <a:avLst/>
          </a:prstGeom>
          <a:noFill/>
        </p:spPr>
        <p:txBody>
          <a:bodyPr vert="horz" wrap="square" lIns="0" tIns="0" rIns="0" bIns="0" rtlCol="0" anchor="t">
            <a:noAutofit/>
          </a:bodyPr>
          <a:lstStyle/>
          <a:p>
            <a:r>
              <a:rPr lang="en-IL" sz="2400" b="1">
                <a:solidFill>
                  <a:srgbClr val="15283B"/>
                </a:solidFill>
                <a:latin typeface="Aptos" panose="020B0004020202020204" pitchFamily="34" charset="0"/>
              </a:rPr>
              <a:t>Store graph</a:t>
            </a:r>
          </a:p>
        </p:txBody>
      </p:sp>
      <p:cxnSp>
        <p:nvCxnSpPr>
          <p:cNvPr id="26" name="Straight Connector 25">
            <a:extLst>
              <a:ext uri="{FF2B5EF4-FFF2-40B4-BE49-F238E27FC236}">
                <a16:creationId xmlns:a16="http://schemas.microsoft.com/office/drawing/2014/main" id="{B1DA74A1-58F2-5D88-2A32-8B844035A5FC}"/>
              </a:ext>
            </a:extLst>
          </p:cNvPr>
          <p:cNvCxnSpPr/>
          <p:nvPr/>
        </p:nvCxnSpPr>
        <p:spPr>
          <a:xfrm>
            <a:off x="3200400" y="5054600"/>
            <a:ext cx="2032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sp>
        <p:nvSpPr>
          <p:cNvPr id="27" name="Rectangle: Rounded Corners 26">
            <a:extLst>
              <a:ext uri="{FF2B5EF4-FFF2-40B4-BE49-F238E27FC236}">
                <a16:creationId xmlns:a16="http://schemas.microsoft.com/office/drawing/2014/main" id="{2E12D412-4DBD-213E-63C4-FA3D209F9871}"/>
              </a:ext>
            </a:extLst>
          </p:cNvPr>
          <p:cNvSpPr/>
          <p:nvPr/>
        </p:nvSpPr>
        <p:spPr>
          <a:xfrm>
            <a:off x="3467100" y="4445000"/>
            <a:ext cx="2476500" cy="11938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8" name="text_27">
            <a:extLst>
              <a:ext uri="{FF2B5EF4-FFF2-40B4-BE49-F238E27FC236}">
                <a16:creationId xmlns:a16="http://schemas.microsoft.com/office/drawing/2014/main" id="{BC6AEBE4-0038-3DAE-4994-FAC0D6A943D5}"/>
              </a:ext>
            </a:extLst>
          </p:cNvPr>
          <p:cNvSpPr txBox="1"/>
          <p:nvPr/>
        </p:nvSpPr>
        <p:spPr>
          <a:xfrm>
            <a:off x="3657600" y="4622799"/>
            <a:ext cx="2095500" cy="444500"/>
          </a:xfrm>
          <a:prstGeom prst="rect">
            <a:avLst/>
          </a:prstGeom>
          <a:noFill/>
        </p:spPr>
        <p:txBody>
          <a:bodyPr vert="horz" wrap="square" lIns="0" tIns="0" rIns="0" bIns="0" rtlCol="0" anchor="t">
            <a:noAutofit/>
          </a:bodyPr>
          <a:lstStyle/>
          <a:p>
            <a:r>
              <a:rPr lang="en-IL" sz="2500" b="1">
                <a:solidFill>
                  <a:srgbClr val="526477"/>
                </a:solidFill>
                <a:latin typeface="Aptos" panose="020B0004020202020204" pitchFamily="34" charset="0"/>
              </a:rPr>
              <a:t>6</a:t>
            </a:r>
          </a:p>
        </p:txBody>
      </p:sp>
      <p:sp>
        <p:nvSpPr>
          <p:cNvPr id="29" name="text_28">
            <a:extLst>
              <a:ext uri="{FF2B5EF4-FFF2-40B4-BE49-F238E27FC236}">
                <a16:creationId xmlns:a16="http://schemas.microsoft.com/office/drawing/2014/main" id="{F9E83AB1-FCB3-DE50-3741-465EAABABDB1}"/>
              </a:ext>
            </a:extLst>
          </p:cNvPr>
          <p:cNvSpPr txBox="1"/>
          <p:nvPr/>
        </p:nvSpPr>
        <p:spPr>
          <a:xfrm>
            <a:off x="3657600" y="5118099"/>
            <a:ext cx="2133600" cy="431800"/>
          </a:xfrm>
          <a:prstGeom prst="rect">
            <a:avLst/>
          </a:prstGeom>
          <a:noFill/>
        </p:spPr>
        <p:txBody>
          <a:bodyPr vert="horz" wrap="square" lIns="0" tIns="0" rIns="0" bIns="0" rtlCol="0" anchor="t">
            <a:noAutofit/>
          </a:bodyPr>
          <a:lstStyle/>
          <a:p>
            <a:r>
              <a:rPr lang="en-IL" sz="2400" b="1">
                <a:solidFill>
                  <a:srgbClr val="15283B"/>
                </a:solidFill>
                <a:latin typeface="Aptos" panose="020B0004020202020204" pitchFamily="34" charset="0"/>
              </a:rPr>
              <a:t>Attach query</a:t>
            </a:r>
          </a:p>
        </p:txBody>
      </p:sp>
      <p:cxnSp>
        <p:nvCxnSpPr>
          <p:cNvPr id="30" name="Straight Connector 29">
            <a:extLst>
              <a:ext uri="{FF2B5EF4-FFF2-40B4-BE49-F238E27FC236}">
                <a16:creationId xmlns:a16="http://schemas.microsoft.com/office/drawing/2014/main" id="{6CB3CB10-2BDE-1A3C-F357-291C1FD5BEC4}"/>
              </a:ext>
            </a:extLst>
          </p:cNvPr>
          <p:cNvCxnSpPr/>
          <p:nvPr/>
        </p:nvCxnSpPr>
        <p:spPr>
          <a:xfrm>
            <a:off x="5981700" y="5054600"/>
            <a:ext cx="2032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sp>
        <p:nvSpPr>
          <p:cNvPr id="31" name="Rectangle: Rounded Corners 30">
            <a:extLst>
              <a:ext uri="{FF2B5EF4-FFF2-40B4-BE49-F238E27FC236}">
                <a16:creationId xmlns:a16="http://schemas.microsoft.com/office/drawing/2014/main" id="{5E69564A-5B1A-C696-4523-A3C2FFA57226}"/>
              </a:ext>
            </a:extLst>
          </p:cNvPr>
          <p:cNvSpPr/>
          <p:nvPr/>
        </p:nvSpPr>
        <p:spPr>
          <a:xfrm>
            <a:off x="6248400" y="4445000"/>
            <a:ext cx="2476500" cy="11938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2" name="text_31">
            <a:extLst>
              <a:ext uri="{FF2B5EF4-FFF2-40B4-BE49-F238E27FC236}">
                <a16:creationId xmlns:a16="http://schemas.microsoft.com/office/drawing/2014/main" id="{730351F0-EB64-F5B4-E499-F03DC2BF7419}"/>
              </a:ext>
            </a:extLst>
          </p:cNvPr>
          <p:cNvSpPr txBox="1"/>
          <p:nvPr/>
        </p:nvSpPr>
        <p:spPr>
          <a:xfrm>
            <a:off x="6438900" y="4622799"/>
            <a:ext cx="2095500" cy="444500"/>
          </a:xfrm>
          <a:prstGeom prst="rect">
            <a:avLst/>
          </a:prstGeom>
          <a:noFill/>
        </p:spPr>
        <p:txBody>
          <a:bodyPr vert="horz" wrap="square" lIns="0" tIns="0" rIns="0" bIns="0" rtlCol="0" anchor="t">
            <a:noAutofit/>
          </a:bodyPr>
          <a:lstStyle/>
          <a:p>
            <a:r>
              <a:rPr lang="en-IL" sz="2500" b="1">
                <a:solidFill>
                  <a:srgbClr val="526477"/>
                </a:solidFill>
                <a:latin typeface="Aptos" panose="020B0004020202020204" pitchFamily="34" charset="0"/>
              </a:rPr>
              <a:t>7</a:t>
            </a:r>
          </a:p>
        </p:txBody>
      </p:sp>
      <p:sp>
        <p:nvSpPr>
          <p:cNvPr id="33" name="text_32">
            <a:extLst>
              <a:ext uri="{FF2B5EF4-FFF2-40B4-BE49-F238E27FC236}">
                <a16:creationId xmlns:a16="http://schemas.microsoft.com/office/drawing/2014/main" id="{852426FD-1618-52B3-0BF7-F9E96D01D587}"/>
              </a:ext>
            </a:extLst>
          </p:cNvPr>
          <p:cNvSpPr txBox="1"/>
          <p:nvPr/>
        </p:nvSpPr>
        <p:spPr>
          <a:xfrm>
            <a:off x="6438900" y="5118099"/>
            <a:ext cx="2133600" cy="431800"/>
          </a:xfrm>
          <a:prstGeom prst="rect">
            <a:avLst/>
          </a:prstGeom>
          <a:noFill/>
        </p:spPr>
        <p:txBody>
          <a:bodyPr vert="horz" wrap="square" lIns="0" tIns="0" rIns="0" bIns="0" rtlCol="0" anchor="t">
            <a:noAutofit/>
          </a:bodyPr>
          <a:lstStyle/>
          <a:p>
            <a:r>
              <a:rPr lang="en-IL" sz="2400" b="1">
                <a:solidFill>
                  <a:srgbClr val="15283B"/>
                </a:solidFill>
                <a:latin typeface="Aptos" panose="020B0004020202020204" pitchFamily="34" charset="0"/>
              </a:rPr>
              <a:t>Search</a:t>
            </a:r>
          </a:p>
        </p:txBody>
      </p:sp>
      <p:cxnSp>
        <p:nvCxnSpPr>
          <p:cNvPr id="34" name="Straight Connector 33">
            <a:extLst>
              <a:ext uri="{FF2B5EF4-FFF2-40B4-BE49-F238E27FC236}">
                <a16:creationId xmlns:a16="http://schemas.microsoft.com/office/drawing/2014/main" id="{3A755285-89F7-D45B-F162-D51E96AA12C3}"/>
              </a:ext>
            </a:extLst>
          </p:cNvPr>
          <p:cNvCxnSpPr/>
          <p:nvPr/>
        </p:nvCxnSpPr>
        <p:spPr>
          <a:xfrm>
            <a:off x="8763000" y="5054600"/>
            <a:ext cx="2032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sp>
        <p:nvSpPr>
          <p:cNvPr id="35" name="Rectangle: Rounded Corners 34">
            <a:extLst>
              <a:ext uri="{FF2B5EF4-FFF2-40B4-BE49-F238E27FC236}">
                <a16:creationId xmlns:a16="http://schemas.microsoft.com/office/drawing/2014/main" id="{E94005C0-A5D6-DF0E-5E07-81B56B635DB3}"/>
              </a:ext>
            </a:extLst>
          </p:cNvPr>
          <p:cNvSpPr/>
          <p:nvPr/>
        </p:nvSpPr>
        <p:spPr>
          <a:xfrm>
            <a:off x="9029700" y="4445000"/>
            <a:ext cx="2476500" cy="11938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6" name="text_35">
            <a:extLst>
              <a:ext uri="{FF2B5EF4-FFF2-40B4-BE49-F238E27FC236}">
                <a16:creationId xmlns:a16="http://schemas.microsoft.com/office/drawing/2014/main" id="{E5D224AD-8C9E-A34F-76B0-ABDB5C331CCC}"/>
              </a:ext>
            </a:extLst>
          </p:cNvPr>
          <p:cNvSpPr txBox="1"/>
          <p:nvPr/>
        </p:nvSpPr>
        <p:spPr>
          <a:xfrm>
            <a:off x="9220200" y="4622799"/>
            <a:ext cx="2095500" cy="444500"/>
          </a:xfrm>
          <a:prstGeom prst="rect">
            <a:avLst/>
          </a:prstGeom>
          <a:noFill/>
        </p:spPr>
        <p:txBody>
          <a:bodyPr vert="horz" wrap="square" lIns="0" tIns="0" rIns="0" bIns="0" rtlCol="0" anchor="t">
            <a:noAutofit/>
          </a:bodyPr>
          <a:lstStyle/>
          <a:p>
            <a:r>
              <a:rPr lang="en-IL" sz="2500" b="1">
                <a:solidFill>
                  <a:srgbClr val="526477"/>
                </a:solidFill>
                <a:latin typeface="Aptos" panose="020B0004020202020204" pitchFamily="34" charset="0"/>
              </a:rPr>
              <a:t>8</a:t>
            </a:r>
          </a:p>
        </p:txBody>
      </p:sp>
      <p:sp>
        <p:nvSpPr>
          <p:cNvPr id="37" name="text_36">
            <a:extLst>
              <a:ext uri="{FF2B5EF4-FFF2-40B4-BE49-F238E27FC236}">
                <a16:creationId xmlns:a16="http://schemas.microsoft.com/office/drawing/2014/main" id="{C62881D5-C83D-46F3-A1A6-617A784C333B}"/>
              </a:ext>
            </a:extLst>
          </p:cNvPr>
          <p:cNvSpPr txBox="1"/>
          <p:nvPr/>
        </p:nvSpPr>
        <p:spPr>
          <a:xfrm>
            <a:off x="9220200" y="5118099"/>
            <a:ext cx="2133600" cy="431800"/>
          </a:xfrm>
          <a:prstGeom prst="rect">
            <a:avLst/>
          </a:prstGeom>
          <a:noFill/>
        </p:spPr>
        <p:txBody>
          <a:bodyPr vert="horz" wrap="square" lIns="0" tIns="0" rIns="0" bIns="0" rtlCol="0" anchor="t">
            <a:noAutofit/>
          </a:bodyPr>
          <a:lstStyle/>
          <a:p>
            <a:r>
              <a:rPr lang="en-IL" sz="2400" b="1">
                <a:solidFill>
                  <a:srgbClr val="15283B"/>
                </a:solidFill>
                <a:latin typeface="Aptos" panose="020B0004020202020204" pitchFamily="34" charset="0"/>
              </a:rPr>
              <a:t>Verify</a:t>
            </a:r>
          </a:p>
        </p:txBody>
      </p:sp>
      <p:sp>
        <p:nvSpPr>
          <p:cNvPr id="38" name="text_37">
            <a:extLst>
              <a:ext uri="{FF2B5EF4-FFF2-40B4-BE49-F238E27FC236}">
                <a16:creationId xmlns:a16="http://schemas.microsoft.com/office/drawing/2014/main" id="{91288C14-7FBE-E85F-B67B-662D389CE8BD}"/>
              </a:ext>
            </a:extLst>
          </p:cNvPr>
          <p:cNvSpPr txBox="1"/>
          <p:nvPr/>
        </p:nvSpPr>
        <p:spPr>
          <a:xfrm>
            <a:off x="685800" y="5854699"/>
            <a:ext cx="10820400" cy="419100"/>
          </a:xfrm>
          <a:prstGeom prst="rect">
            <a:avLst/>
          </a:prstGeom>
          <a:noFill/>
        </p:spPr>
        <p:txBody>
          <a:bodyPr vert="horz" wrap="square" lIns="0" tIns="0" rIns="0" bIns="0" rtlCol="0" anchor="t">
            <a:noAutofit/>
          </a:bodyPr>
          <a:lstStyle/>
          <a:p>
            <a:r>
              <a:rPr lang="en-US" sz="2500" b="1">
                <a:solidFill>
                  <a:srgbClr val="137F79"/>
                </a:solidFill>
                <a:latin typeface="Aptos" panose="020B0004020202020204" pitchFamily="34" charset="0"/>
              </a:rPr>
              <a:t>Build once → reuse for many start–goal queries.</a:t>
            </a:r>
            <a:endParaRPr lang="en-IL" sz="2500" b="1">
              <a:solidFill>
                <a:srgbClr val="137F79"/>
              </a:solidFill>
              <a:latin typeface="Aptos" panose="020B0004020202020204" pitchFamily="34" charset="0"/>
            </a:endParaRPr>
          </a:p>
        </p:txBody>
      </p:sp>
    </p:spTree>
    <p:extLst>
      <p:ext uri="{BB962C8B-B14F-4D97-AF65-F5344CB8AC3E}">
        <p14:creationId xmlns:p14="http://schemas.microsoft.com/office/powerpoint/2010/main" val="38571005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4530330E-3A65-1A33-1B3D-036F80A5714A}"/>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04 / CONFIGURATION SPACE &amp; PRM</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F3B86034-B5AA-CBCE-DB51-34531B5C40C2}"/>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1 · Sample configurations</a:t>
            </a:r>
          </a:p>
        </p:txBody>
      </p:sp>
      <p:sp>
        <p:nvSpPr>
          <p:cNvPr id="4" name="text_3">
            <a:extLst>
              <a:ext uri="{FF2B5EF4-FFF2-40B4-BE49-F238E27FC236}">
                <a16:creationId xmlns:a16="http://schemas.microsoft.com/office/drawing/2014/main" id="{32680C01-1BD3-7933-3956-660D9584D85B}"/>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Draw joint-angle pairs inside the allowed configuration space.</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FFFBA3B5-05B7-A142-1C2B-00103093B2BC}"/>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3BF6A239-A549-DEE0-3B48-A0BA6D819C8E}"/>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Motion Planning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A5FD7EC2-CD70-1E2D-0517-95C385E934E7}"/>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08</a:t>
            </a:r>
          </a:p>
        </p:txBody>
      </p:sp>
      <p:sp>
        <p:nvSpPr>
          <p:cNvPr id="8" name="Rectangle 7">
            <a:extLst>
              <a:ext uri="{FF2B5EF4-FFF2-40B4-BE49-F238E27FC236}">
                <a16:creationId xmlns:a16="http://schemas.microsoft.com/office/drawing/2014/main" id="{4B764E26-C524-1F4D-97EA-6019B5F48A77}"/>
              </a:ext>
            </a:extLst>
          </p:cNvPr>
          <p:cNvSpPr/>
          <p:nvPr/>
        </p:nvSpPr>
        <p:spPr>
          <a:xfrm>
            <a:off x="1346200" y="2679700"/>
            <a:ext cx="2679700" cy="26797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Rectangle 8">
            <a:extLst>
              <a:ext uri="{FF2B5EF4-FFF2-40B4-BE49-F238E27FC236}">
                <a16:creationId xmlns:a16="http://schemas.microsoft.com/office/drawing/2014/main" id="{A848D77E-DB67-AA04-2425-0A82CFF70FB3}"/>
              </a:ext>
            </a:extLst>
          </p:cNvPr>
          <p:cNvSpPr/>
          <p:nvPr/>
        </p:nvSpPr>
        <p:spPr>
          <a:xfrm>
            <a:off x="2310892" y="3322828"/>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 name="Rectangle 9">
            <a:extLst>
              <a:ext uri="{FF2B5EF4-FFF2-40B4-BE49-F238E27FC236}">
                <a16:creationId xmlns:a16="http://schemas.microsoft.com/office/drawing/2014/main" id="{04D4ABE9-65F2-F29C-6847-467E1A3265C4}"/>
              </a:ext>
            </a:extLst>
          </p:cNvPr>
          <p:cNvSpPr/>
          <p:nvPr/>
        </p:nvSpPr>
        <p:spPr>
          <a:xfrm>
            <a:off x="2418080" y="3322828"/>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Rectangle 10">
            <a:extLst>
              <a:ext uri="{FF2B5EF4-FFF2-40B4-BE49-F238E27FC236}">
                <a16:creationId xmlns:a16="http://schemas.microsoft.com/office/drawing/2014/main" id="{7E699F4F-0C0A-8A8D-9F65-27D309FAE6A0}"/>
              </a:ext>
            </a:extLst>
          </p:cNvPr>
          <p:cNvSpPr/>
          <p:nvPr/>
        </p:nvSpPr>
        <p:spPr>
          <a:xfrm>
            <a:off x="2418080" y="3430016"/>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Rectangle 11">
            <a:extLst>
              <a:ext uri="{FF2B5EF4-FFF2-40B4-BE49-F238E27FC236}">
                <a16:creationId xmlns:a16="http://schemas.microsoft.com/office/drawing/2014/main" id="{344CA6A6-4FFE-E22E-0196-030778815B6A}"/>
              </a:ext>
            </a:extLst>
          </p:cNvPr>
          <p:cNvSpPr/>
          <p:nvPr/>
        </p:nvSpPr>
        <p:spPr>
          <a:xfrm>
            <a:off x="2525268" y="3430016"/>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Rectangle 12">
            <a:extLst>
              <a:ext uri="{FF2B5EF4-FFF2-40B4-BE49-F238E27FC236}">
                <a16:creationId xmlns:a16="http://schemas.microsoft.com/office/drawing/2014/main" id="{2D2BF9B6-F155-2B75-28F5-A9F898312C78}"/>
              </a:ext>
            </a:extLst>
          </p:cNvPr>
          <p:cNvSpPr/>
          <p:nvPr/>
        </p:nvSpPr>
        <p:spPr>
          <a:xfrm>
            <a:off x="2418080" y="3537204"/>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Rectangle 13">
            <a:extLst>
              <a:ext uri="{FF2B5EF4-FFF2-40B4-BE49-F238E27FC236}">
                <a16:creationId xmlns:a16="http://schemas.microsoft.com/office/drawing/2014/main" id="{FF1BF56E-389A-7883-0F62-00B361E435E6}"/>
              </a:ext>
            </a:extLst>
          </p:cNvPr>
          <p:cNvSpPr/>
          <p:nvPr/>
        </p:nvSpPr>
        <p:spPr>
          <a:xfrm>
            <a:off x="2525268" y="3537204"/>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Rectangle 14">
            <a:extLst>
              <a:ext uri="{FF2B5EF4-FFF2-40B4-BE49-F238E27FC236}">
                <a16:creationId xmlns:a16="http://schemas.microsoft.com/office/drawing/2014/main" id="{E006C0D3-8FDB-E269-E8D6-CAC8A41A5A30}"/>
              </a:ext>
            </a:extLst>
          </p:cNvPr>
          <p:cNvSpPr/>
          <p:nvPr/>
        </p:nvSpPr>
        <p:spPr>
          <a:xfrm>
            <a:off x="2525268" y="3644392"/>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6" name="Rectangle 15">
            <a:extLst>
              <a:ext uri="{FF2B5EF4-FFF2-40B4-BE49-F238E27FC236}">
                <a16:creationId xmlns:a16="http://schemas.microsoft.com/office/drawing/2014/main" id="{BA661CD3-0C1C-5375-FF61-2701C546D458}"/>
              </a:ext>
            </a:extLst>
          </p:cNvPr>
          <p:cNvSpPr/>
          <p:nvPr/>
        </p:nvSpPr>
        <p:spPr>
          <a:xfrm>
            <a:off x="2632456" y="3644392"/>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Rectangle 16">
            <a:extLst>
              <a:ext uri="{FF2B5EF4-FFF2-40B4-BE49-F238E27FC236}">
                <a16:creationId xmlns:a16="http://schemas.microsoft.com/office/drawing/2014/main" id="{13BEF9D0-AD39-D530-5AF5-44C0E3B59A9F}"/>
              </a:ext>
            </a:extLst>
          </p:cNvPr>
          <p:cNvSpPr/>
          <p:nvPr/>
        </p:nvSpPr>
        <p:spPr>
          <a:xfrm>
            <a:off x="2525268" y="3751580"/>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8" name="Rectangle 17">
            <a:extLst>
              <a:ext uri="{FF2B5EF4-FFF2-40B4-BE49-F238E27FC236}">
                <a16:creationId xmlns:a16="http://schemas.microsoft.com/office/drawing/2014/main" id="{957A8375-0B0B-DF32-AB46-B6C750D19F8E}"/>
              </a:ext>
            </a:extLst>
          </p:cNvPr>
          <p:cNvSpPr/>
          <p:nvPr/>
        </p:nvSpPr>
        <p:spPr>
          <a:xfrm>
            <a:off x="2632456" y="3751580"/>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9" name="Rectangle 18">
            <a:extLst>
              <a:ext uri="{FF2B5EF4-FFF2-40B4-BE49-F238E27FC236}">
                <a16:creationId xmlns:a16="http://schemas.microsoft.com/office/drawing/2014/main" id="{A75F08D6-D41E-3DA7-AF58-0FE054A10EF2}"/>
              </a:ext>
            </a:extLst>
          </p:cNvPr>
          <p:cNvSpPr/>
          <p:nvPr/>
        </p:nvSpPr>
        <p:spPr>
          <a:xfrm>
            <a:off x="2525268" y="3858768"/>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0" name="Rectangle 19">
            <a:extLst>
              <a:ext uri="{FF2B5EF4-FFF2-40B4-BE49-F238E27FC236}">
                <a16:creationId xmlns:a16="http://schemas.microsoft.com/office/drawing/2014/main" id="{7AFB2077-73EB-D6EE-D1BD-C417C0BAB79E}"/>
              </a:ext>
            </a:extLst>
          </p:cNvPr>
          <p:cNvSpPr/>
          <p:nvPr/>
        </p:nvSpPr>
        <p:spPr>
          <a:xfrm>
            <a:off x="2632456" y="3858768"/>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1" name="Rectangle 20">
            <a:extLst>
              <a:ext uri="{FF2B5EF4-FFF2-40B4-BE49-F238E27FC236}">
                <a16:creationId xmlns:a16="http://schemas.microsoft.com/office/drawing/2014/main" id="{D90E7938-B67F-52A6-876F-B25F3ADCC28C}"/>
              </a:ext>
            </a:extLst>
          </p:cNvPr>
          <p:cNvSpPr/>
          <p:nvPr/>
        </p:nvSpPr>
        <p:spPr>
          <a:xfrm>
            <a:off x="2632456" y="3965956"/>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2" name="Rectangle 21">
            <a:extLst>
              <a:ext uri="{FF2B5EF4-FFF2-40B4-BE49-F238E27FC236}">
                <a16:creationId xmlns:a16="http://schemas.microsoft.com/office/drawing/2014/main" id="{B89B3C71-DD37-C014-6F26-A56C727F7420}"/>
              </a:ext>
            </a:extLst>
          </p:cNvPr>
          <p:cNvSpPr/>
          <p:nvPr/>
        </p:nvSpPr>
        <p:spPr>
          <a:xfrm>
            <a:off x="2632456" y="4073144"/>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3" name="Rectangle 22">
            <a:extLst>
              <a:ext uri="{FF2B5EF4-FFF2-40B4-BE49-F238E27FC236}">
                <a16:creationId xmlns:a16="http://schemas.microsoft.com/office/drawing/2014/main" id="{773007B8-BD70-AEBA-38BA-756CC548600B}"/>
              </a:ext>
            </a:extLst>
          </p:cNvPr>
          <p:cNvSpPr/>
          <p:nvPr/>
        </p:nvSpPr>
        <p:spPr>
          <a:xfrm>
            <a:off x="2739644" y="4073144"/>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4" name="Rectangle 23">
            <a:extLst>
              <a:ext uri="{FF2B5EF4-FFF2-40B4-BE49-F238E27FC236}">
                <a16:creationId xmlns:a16="http://schemas.microsoft.com/office/drawing/2014/main" id="{9712223B-2714-FBF9-F1C1-66F16C1F04ED}"/>
              </a:ext>
            </a:extLst>
          </p:cNvPr>
          <p:cNvSpPr/>
          <p:nvPr/>
        </p:nvSpPr>
        <p:spPr>
          <a:xfrm>
            <a:off x="2632456" y="4180332"/>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5" name="Rectangle 24">
            <a:extLst>
              <a:ext uri="{FF2B5EF4-FFF2-40B4-BE49-F238E27FC236}">
                <a16:creationId xmlns:a16="http://schemas.microsoft.com/office/drawing/2014/main" id="{548C08F0-C0B0-F61D-326B-B7304F2F0F96}"/>
              </a:ext>
            </a:extLst>
          </p:cNvPr>
          <p:cNvSpPr/>
          <p:nvPr/>
        </p:nvSpPr>
        <p:spPr>
          <a:xfrm>
            <a:off x="2739644" y="4180332"/>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6" name="Rectangle 25">
            <a:extLst>
              <a:ext uri="{FF2B5EF4-FFF2-40B4-BE49-F238E27FC236}">
                <a16:creationId xmlns:a16="http://schemas.microsoft.com/office/drawing/2014/main" id="{A22ACC90-E1F6-396F-B121-71592D9DC30E}"/>
              </a:ext>
            </a:extLst>
          </p:cNvPr>
          <p:cNvSpPr/>
          <p:nvPr/>
        </p:nvSpPr>
        <p:spPr>
          <a:xfrm>
            <a:off x="2632456" y="4287520"/>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7" name="Rectangle 26">
            <a:extLst>
              <a:ext uri="{FF2B5EF4-FFF2-40B4-BE49-F238E27FC236}">
                <a16:creationId xmlns:a16="http://schemas.microsoft.com/office/drawing/2014/main" id="{BBE02A7D-9A1B-9BBF-8D88-D744061C1E64}"/>
              </a:ext>
            </a:extLst>
          </p:cNvPr>
          <p:cNvSpPr/>
          <p:nvPr/>
        </p:nvSpPr>
        <p:spPr>
          <a:xfrm>
            <a:off x="2739644" y="4287520"/>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8" name="Rectangle 27">
            <a:extLst>
              <a:ext uri="{FF2B5EF4-FFF2-40B4-BE49-F238E27FC236}">
                <a16:creationId xmlns:a16="http://schemas.microsoft.com/office/drawing/2014/main" id="{68B482EA-7C2F-EBCC-B961-89561507257F}"/>
              </a:ext>
            </a:extLst>
          </p:cNvPr>
          <p:cNvSpPr/>
          <p:nvPr/>
        </p:nvSpPr>
        <p:spPr>
          <a:xfrm>
            <a:off x="2739644" y="4394708"/>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9" name="Rectangle 28">
            <a:extLst>
              <a:ext uri="{FF2B5EF4-FFF2-40B4-BE49-F238E27FC236}">
                <a16:creationId xmlns:a16="http://schemas.microsoft.com/office/drawing/2014/main" id="{06FB5CC2-CB19-C0F9-497D-8CA5B78AC86F}"/>
              </a:ext>
            </a:extLst>
          </p:cNvPr>
          <p:cNvSpPr/>
          <p:nvPr/>
        </p:nvSpPr>
        <p:spPr>
          <a:xfrm>
            <a:off x="2846832" y="4394708"/>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0" name="Rectangle 29">
            <a:extLst>
              <a:ext uri="{FF2B5EF4-FFF2-40B4-BE49-F238E27FC236}">
                <a16:creationId xmlns:a16="http://schemas.microsoft.com/office/drawing/2014/main" id="{1848C7AF-CF43-7479-CAA2-FB6CD24D9784}"/>
              </a:ext>
            </a:extLst>
          </p:cNvPr>
          <p:cNvSpPr/>
          <p:nvPr/>
        </p:nvSpPr>
        <p:spPr>
          <a:xfrm>
            <a:off x="2739644" y="4501896"/>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1" name="Rectangle 30">
            <a:extLst>
              <a:ext uri="{FF2B5EF4-FFF2-40B4-BE49-F238E27FC236}">
                <a16:creationId xmlns:a16="http://schemas.microsoft.com/office/drawing/2014/main" id="{82409541-0C86-C220-BE26-2062DF22D6B5}"/>
              </a:ext>
            </a:extLst>
          </p:cNvPr>
          <p:cNvSpPr/>
          <p:nvPr/>
        </p:nvSpPr>
        <p:spPr>
          <a:xfrm>
            <a:off x="2846832" y="4501896"/>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2" name="Rectangle 31">
            <a:extLst>
              <a:ext uri="{FF2B5EF4-FFF2-40B4-BE49-F238E27FC236}">
                <a16:creationId xmlns:a16="http://schemas.microsoft.com/office/drawing/2014/main" id="{3AC0067B-7F9A-AF1D-F7E8-C1F7CB582CB5}"/>
              </a:ext>
            </a:extLst>
          </p:cNvPr>
          <p:cNvSpPr/>
          <p:nvPr/>
        </p:nvSpPr>
        <p:spPr>
          <a:xfrm>
            <a:off x="2846832" y="4609084"/>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3" name="Rectangle 32">
            <a:extLst>
              <a:ext uri="{FF2B5EF4-FFF2-40B4-BE49-F238E27FC236}">
                <a16:creationId xmlns:a16="http://schemas.microsoft.com/office/drawing/2014/main" id="{F8330FDD-82CE-3E83-D309-AE537FFC431B}"/>
              </a:ext>
            </a:extLst>
          </p:cNvPr>
          <p:cNvSpPr/>
          <p:nvPr/>
        </p:nvSpPr>
        <p:spPr>
          <a:xfrm>
            <a:off x="2954020" y="4609084"/>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34" name="Straight Connector 33">
            <a:extLst>
              <a:ext uri="{FF2B5EF4-FFF2-40B4-BE49-F238E27FC236}">
                <a16:creationId xmlns:a16="http://schemas.microsoft.com/office/drawing/2014/main" id="{6B8B1000-FD7D-ADD6-E71B-0C1071D14FB8}"/>
              </a:ext>
            </a:extLst>
          </p:cNvPr>
          <p:cNvCxnSpPr/>
          <p:nvPr/>
        </p:nvCxnSpPr>
        <p:spPr>
          <a:xfrm>
            <a:off x="1346200" y="2679700"/>
            <a:ext cx="26797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058058E4-AF40-FCD0-5EAA-1DF188184BA2}"/>
              </a:ext>
            </a:extLst>
          </p:cNvPr>
          <p:cNvCxnSpPr/>
          <p:nvPr/>
        </p:nvCxnSpPr>
        <p:spPr>
          <a:xfrm>
            <a:off x="1346200" y="5359400"/>
            <a:ext cx="26797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87CD5004-30E3-06FD-0AA5-BDA50C9A267F}"/>
              </a:ext>
            </a:extLst>
          </p:cNvPr>
          <p:cNvCxnSpPr/>
          <p:nvPr/>
        </p:nvCxnSpPr>
        <p:spPr>
          <a:xfrm>
            <a:off x="1346200" y="2679700"/>
            <a:ext cx="0" cy="267970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E6C7C2D9-763E-FDE5-C91D-A1D0FBE891ED}"/>
              </a:ext>
            </a:extLst>
          </p:cNvPr>
          <p:cNvCxnSpPr/>
          <p:nvPr/>
        </p:nvCxnSpPr>
        <p:spPr>
          <a:xfrm>
            <a:off x="4025900" y="2679700"/>
            <a:ext cx="0" cy="267970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03112015-CF98-9105-465C-36D0997CF1FF}"/>
              </a:ext>
            </a:extLst>
          </p:cNvPr>
          <p:cNvCxnSpPr/>
          <p:nvPr/>
        </p:nvCxnSpPr>
        <p:spPr>
          <a:xfrm>
            <a:off x="2686050" y="2679700"/>
            <a:ext cx="0" cy="2679700"/>
          </a:xfrm>
          <a:prstGeom prst="line">
            <a:avLst/>
          </a:prstGeom>
          <a:ln w="27940">
            <a:solidFill>
              <a:srgbClr val="D7E0E9"/>
            </a:solidFill>
            <a:prstDash val="dash"/>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B16A0E20-CD68-6F18-8FB1-FF98638EEB35}"/>
              </a:ext>
            </a:extLst>
          </p:cNvPr>
          <p:cNvCxnSpPr/>
          <p:nvPr/>
        </p:nvCxnSpPr>
        <p:spPr>
          <a:xfrm>
            <a:off x="1346200" y="4019550"/>
            <a:ext cx="2679700" cy="0"/>
          </a:xfrm>
          <a:prstGeom prst="line">
            <a:avLst/>
          </a:prstGeom>
          <a:ln w="27940">
            <a:solidFill>
              <a:srgbClr val="D7E0E9"/>
            </a:solidFill>
            <a:prstDash val="dash"/>
          </a:ln>
        </p:spPr>
        <p:style>
          <a:lnRef idx="2">
            <a:schemeClr val="accent1"/>
          </a:lnRef>
          <a:fillRef idx="0">
            <a:schemeClr val="accent1"/>
          </a:fillRef>
          <a:effectRef idx="1">
            <a:schemeClr val="accent1"/>
          </a:effectRef>
          <a:fontRef idx="minor">
            <a:schemeClr val="tx1"/>
          </a:fontRef>
        </p:style>
      </p:cxnSp>
      <p:sp>
        <p:nvSpPr>
          <p:cNvPr id="40" name="text_39">
            <a:extLst>
              <a:ext uri="{FF2B5EF4-FFF2-40B4-BE49-F238E27FC236}">
                <a16:creationId xmlns:a16="http://schemas.microsoft.com/office/drawing/2014/main" id="{EA00D705-36DE-81A6-0115-466A10357A28}"/>
              </a:ext>
            </a:extLst>
          </p:cNvPr>
          <p:cNvSpPr txBox="1"/>
          <p:nvPr/>
        </p:nvSpPr>
        <p:spPr>
          <a:xfrm>
            <a:off x="2330450" y="5422899"/>
            <a:ext cx="1524000" cy="4064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q₁ (rad)</a:t>
            </a:r>
          </a:p>
        </p:txBody>
      </p:sp>
      <p:sp>
        <p:nvSpPr>
          <p:cNvPr id="41" name="text_40">
            <a:extLst>
              <a:ext uri="{FF2B5EF4-FFF2-40B4-BE49-F238E27FC236}">
                <a16:creationId xmlns:a16="http://schemas.microsoft.com/office/drawing/2014/main" id="{EB3920A8-80E5-0D37-E908-6662C5775D08}"/>
              </a:ext>
            </a:extLst>
          </p:cNvPr>
          <p:cNvSpPr txBox="1"/>
          <p:nvPr/>
        </p:nvSpPr>
        <p:spPr>
          <a:xfrm>
            <a:off x="838200" y="2616199"/>
            <a:ext cx="482600" cy="431800"/>
          </a:xfrm>
          <a:prstGeom prst="rect">
            <a:avLst/>
          </a:prstGeom>
          <a:noFill/>
        </p:spPr>
        <p:txBody>
          <a:bodyPr vert="horz" wrap="square" lIns="0" tIns="0" rIns="0" bIns="0" rtlCol="0" anchor="t">
            <a:noAutofit/>
          </a:bodyPr>
          <a:lstStyle/>
          <a:p>
            <a:r>
              <a:rPr lang="el-GR" sz="2400">
                <a:solidFill>
                  <a:srgbClr val="526477"/>
                </a:solidFill>
                <a:latin typeface="Aptos" panose="020B0004020202020204" pitchFamily="34" charset="0"/>
              </a:rPr>
              <a:t>π</a:t>
            </a:r>
            <a:endParaRPr lang="en-IL" sz="2400">
              <a:solidFill>
                <a:srgbClr val="526477"/>
              </a:solidFill>
              <a:latin typeface="Aptos" panose="020B0004020202020204" pitchFamily="34" charset="0"/>
            </a:endParaRPr>
          </a:p>
        </p:txBody>
      </p:sp>
      <p:sp>
        <p:nvSpPr>
          <p:cNvPr id="42" name="text_41">
            <a:extLst>
              <a:ext uri="{FF2B5EF4-FFF2-40B4-BE49-F238E27FC236}">
                <a16:creationId xmlns:a16="http://schemas.microsoft.com/office/drawing/2014/main" id="{94C0255D-A38E-D7F7-6E6C-3576B39AA592}"/>
              </a:ext>
            </a:extLst>
          </p:cNvPr>
          <p:cNvSpPr txBox="1"/>
          <p:nvPr/>
        </p:nvSpPr>
        <p:spPr>
          <a:xfrm>
            <a:off x="736600" y="5041899"/>
            <a:ext cx="546100" cy="431800"/>
          </a:xfrm>
          <a:prstGeom prst="rect">
            <a:avLst/>
          </a:prstGeom>
          <a:noFill/>
        </p:spPr>
        <p:txBody>
          <a:bodyPr vert="horz" wrap="square" lIns="0" tIns="0" rIns="0" bIns="0" rtlCol="0" anchor="t">
            <a:noAutofit/>
          </a:bodyPr>
          <a:lstStyle/>
          <a:p>
            <a:r>
              <a:rPr lang="el-GR" sz="2400">
                <a:solidFill>
                  <a:srgbClr val="526477"/>
                </a:solidFill>
                <a:latin typeface="Aptos" panose="020B0004020202020204" pitchFamily="34" charset="0"/>
              </a:rPr>
              <a:t>−π</a:t>
            </a:r>
            <a:endParaRPr lang="en-IL" sz="2400">
              <a:solidFill>
                <a:srgbClr val="526477"/>
              </a:solidFill>
              <a:latin typeface="Aptos" panose="020B0004020202020204" pitchFamily="34" charset="0"/>
            </a:endParaRPr>
          </a:p>
        </p:txBody>
      </p:sp>
      <p:sp>
        <p:nvSpPr>
          <p:cNvPr id="43" name="text_42">
            <a:extLst>
              <a:ext uri="{FF2B5EF4-FFF2-40B4-BE49-F238E27FC236}">
                <a16:creationId xmlns:a16="http://schemas.microsoft.com/office/drawing/2014/main" id="{95677CE3-D26E-54BB-5A01-783026658A8F}"/>
              </a:ext>
            </a:extLst>
          </p:cNvPr>
          <p:cNvSpPr txBox="1"/>
          <p:nvPr/>
        </p:nvSpPr>
        <p:spPr>
          <a:xfrm>
            <a:off x="4114800" y="2705099"/>
            <a:ext cx="1143000" cy="4064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q₂</a:t>
            </a:r>
          </a:p>
        </p:txBody>
      </p:sp>
      <p:sp>
        <p:nvSpPr>
          <p:cNvPr id="44" name="Oval 43">
            <a:extLst>
              <a:ext uri="{FF2B5EF4-FFF2-40B4-BE49-F238E27FC236}">
                <a16:creationId xmlns:a16="http://schemas.microsoft.com/office/drawing/2014/main" id="{0FE16810-B126-EDA0-91F9-4E39AE87328C}"/>
              </a:ext>
            </a:extLst>
          </p:cNvPr>
          <p:cNvSpPr/>
          <p:nvPr/>
        </p:nvSpPr>
        <p:spPr>
          <a:xfrm>
            <a:off x="1867572" y="3158424"/>
            <a:ext cx="101600" cy="101599"/>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5" name="Oval 44">
            <a:extLst>
              <a:ext uri="{FF2B5EF4-FFF2-40B4-BE49-F238E27FC236}">
                <a16:creationId xmlns:a16="http://schemas.microsoft.com/office/drawing/2014/main" id="{90788042-BA0B-2475-7BB6-ABE330241F4D}"/>
              </a:ext>
            </a:extLst>
          </p:cNvPr>
          <p:cNvSpPr/>
          <p:nvPr/>
        </p:nvSpPr>
        <p:spPr>
          <a:xfrm>
            <a:off x="2187438" y="3286370"/>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6" name="Oval 45">
            <a:extLst>
              <a:ext uri="{FF2B5EF4-FFF2-40B4-BE49-F238E27FC236}">
                <a16:creationId xmlns:a16="http://schemas.microsoft.com/office/drawing/2014/main" id="{6FD9368F-0DBD-97E7-A052-7500E81AAE96}"/>
              </a:ext>
            </a:extLst>
          </p:cNvPr>
          <p:cNvSpPr/>
          <p:nvPr/>
        </p:nvSpPr>
        <p:spPr>
          <a:xfrm>
            <a:off x="2422006" y="3158424"/>
            <a:ext cx="101600" cy="101599"/>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7" name="Oval 46">
            <a:extLst>
              <a:ext uri="{FF2B5EF4-FFF2-40B4-BE49-F238E27FC236}">
                <a16:creationId xmlns:a16="http://schemas.microsoft.com/office/drawing/2014/main" id="{49013B57-44FC-96DE-0078-6E23BD03B147}"/>
              </a:ext>
            </a:extLst>
          </p:cNvPr>
          <p:cNvSpPr/>
          <p:nvPr/>
        </p:nvSpPr>
        <p:spPr>
          <a:xfrm>
            <a:off x="2613926" y="3115775"/>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8" name="Oval 47">
            <a:extLst>
              <a:ext uri="{FF2B5EF4-FFF2-40B4-BE49-F238E27FC236}">
                <a16:creationId xmlns:a16="http://schemas.microsoft.com/office/drawing/2014/main" id="{2E71D133-9B0C-1B7A-2348-99FE33AFABD0}"/>
              </a:ext>
            </a:extLst>
          </p:cNvPr>
          <p:cNvSpPr/>
          <p:nvPr/>
        </p:nvSpPr>
        <p:spPr>
          <a:xfrm>
            <a:off x="2720548" y="3030477"/>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9" name="Oval 48">
            <a:extLst>
              <a:ext uri="{FF2B5EF4-FFF2-40B4-BE49-F238E27FC236}">
                <a16:creationId xmlns:a16="http://schemas.microsoft.com/office/drawing/2014/main" id="{FE6141F5-8028-D66F-F114-E46E75E8D5BB}"/>
              </a:ext>
            </a:extLst>
          </p:cNvPr>
          <p:cNvSpPr/>
          <p:nvPr/>
        </p:nvSpPr>
        <p:spPr>
          <a:xfrm>
            <a:off x="2805845" y="3456965"/>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0" name="Oval 49">
            <a:extLst>
              <a:ext uri="{FF2B5EF4-FFF2-40B4-BE49-F238E27FC236}">
                <a16:creationId xmlns:a16="http://schemas.microsoft.com/office/drawing/2014/main" id="{271A4EA8-1CF3-0168-48CA-F02DE89E1463}"/>
              </a:ext>
            </a:extLst>
          </p:cNvPr>
          <p:cNvSpPr/>
          <p:nvPr/>
        </p:nvSpPr>
        <p:spPr>
          <a:xfrm>
            <a:off x="2891143" y="3670209"/>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1" name="Oval 50">
            <a:extLst>
              <a:ext uri="{FF2B5EF4-FFF2-40B4-BE49-F238E27FC236}">
                <a16:creationId xmlns:a16="http://schemas.microsoft.com/office/drawing/2014/main" id="{A3C67135-2918-E2CE-65CE-9D7501734B7E}"/>
              </a:ext>
            </a:extLst>
          </p:cNvPr>
          <p:cNvSpPr/>
          <p:nvPr/>
        </p:nvSpPr>
        <p:spPr>
          <a:xfrm>
            <a:off x="2976440" y="4011399"/>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2" name="Oval 51">
            <a:extLst>
              <a:ext uri="{FF2B5EF4-FFF2-40B4-BE49-F238E27FC236}">
                <a16:creationId xmlns:a16="http://schemas.microsoft.com/office/drawing/2014/main" id="{6DD9729A-6A25-FB5F-75D2-15C82B3684AC}"/>
              </a:ext>
            </a:extLst>
          </p:cNvPr>
          <p:cNvSpPr/>
          <p:nvPr/>
        </p:nvSpPr>
        <p:spPr>
          <a:xfrm>
            <a:off x="3019089" y="4267291"/>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3" name="Oval 52">
            <a:extLst>
              <a:ext uri="{FF2B5EF4-FFF2-40B4-BE49-F238E27FC236}">
                <a16:creationId xmlns:a16="http://schemas.microsoft.com/office/drawing/2014/main" id="{29A30C73-B7E7-1640-F649-8E58ABC03EC6}"/>
              </a:ext>
            </a:extLst>
          </p:cNvPr>
          <p:cNvSpPr/>
          <p:nvPr/>
        </p:nvSpPr>
        <p:spPr>
          <a:xfrm>
            <a:off x="3274981" y="4523184"/>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4" name="Oval 53">
            <a:extLst>
              <a:ext uri="{FF2B5EF4-FFF2-40B4-BE49-F238E27FC236}">
                <a16:creationId xmlns:a16="http://schemas.microsoft.com/office/drawing/2014/main" id="{C40EAA89-9708-3AA4-0CF5-21C51251B638}"/>
              </a:ext>
            </a:extLst>
          </p:cNvPr>
          <p:cNvSpPr/>
          <p:nvPr/>
        </p:nvSpPr>
        <p:spPr>
          <a:xfrm>
            <a:off x="3488225" y="3542262"/>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5" name="Oval 54">
            <a:extLst>
              <a:ext uri="{FF2B5EF4-FFF2-40B4-BE49-F238E27FC236}">
                <a16:creationId xmlns:a16="http://schemas.microsoft.com/office/drawing/2014/main" id="{117FB70B-C378-1F48-D8A5-B21E7F16B66C}"/>
              </a:ext>
            </a:extLst>
          </p:cNvPr>
          <p:cNvSpPr/>
          <p:nvPr/>
        </p:nvSpPr>
        <p:spPr>
          <a:xfrm>
            <a:off x="1995519" y="4480535"/>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6" name="Oval 55">
            <a:extLst>
              <a:ext uri="{FF2B5EF4-FFF2-40B4-BE49-F238E27FC236}">
                <a16:creationId xmlns:a16="http://schemas.microsoft.com/office/drawing/2014/main" id="{B7332ECF-B125-2F0E-25CD-5472B80D5E30}"/>
              </a:ext>
            </a:extLst>
          </p:cNvPr>
          <p:cNvSpPr/>
          <p:nvPr/>
        </p:nvSpPr>
        <p:spPr>
          <a:xfrm>
            <a:off x="2336709" y="4693779"/>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7" name="Oval 56">
            <a:extLst>
              <a:ext uri="{FF2B5EF4-FFF2-40B4-BE49-F238E27FC236}">
                <a16:creationId xmlns:a16="http://schemas.microsoft.com/office/drawing/2014/main" id="{4A54FE70-03DF-E95B-14AC-FEB018C91F2D}"/>
              </a:ext>
            </a:extLst>
          </p:cNvPr>
          <p:cNvSpPr/>
          <p:nvPr/>
        </p:nvSpPr>
        <p:spPr>
          <a:xfrm>
            <a:off x="2549952" y="4907023"/>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8" name="Oval 57">
            <a:extLst>
              <a:ext uri="{FF2B5EF4-FFF2-40B4-BE49-F238E27FC236}">
                <a16:creationId xmlns:a16="http://schemas.microsoft.com/office/drawing/2014/main" id="{84F1923E-8891-7595-087A-D58400FD6378}"/>
              </a:ext>
            </a:extLst>
          </p:cNvPr>
          <p:cNvSpPr/>
          <p:nvPr/>
        </p:nvSpPr>
        <p:spPr>
          <a:xfrm>
            <a:off x="2827169" y="4693779"/>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9" name="Oval 58">
            <a:extLst>
              <a:ext uri="{FF2B5EF4-FFF2-40B4-BE49-F238E27FC236}">
                <a16:creationId xmlns:a16="http://schemas.microsoft.com/office/drawing/2014/main" id="{5EE14E8A-B4EE-CAC5-9348-6B505D860CF8}"/>
              </a:ext>
            </a:extLst>
          </p:cNvPr>
          <p:cNvSpPr/>
          <p:nvPr/>
        </p:nvSpPr>
        <p:spPr>
          <a:xfrm>
            <a:off x="1654329" y="3798155"/>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0" name="Oval 59">
            <a:extLst>
              <a:ext uri="{FF2B5EF4-FFF2-40B4-BE49-F238E27FC236}">
                <a16:creationId xmlns:a16="http://schemas.microsoft.com/office/drawing/2014/main" id="{CF677841-5EFD-141C-D78E-47943E48B357}"/>
              </a:ext>
            </a:extLst>
          </p:cNvPr>
          <p:cNvSpPr/>
          <p:nvPr/>
        </p:nvSpPr>
        <p:spPr>
          <a:xfrm>
            <a:off x="2080816" y="3883452"/>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1" name="Oval 60">
            <a:extLst>
              <a:ext uri="{FF2B5EF4-FFF2-40B4-BE49-F238E27FC236}">
                <a16:creationId xmlns:a16="http://schemas.microsoft.com/office/drawing/2014/main" id="{DD91AC78-89A9-2185-DF5D-4121FEDD4D7C}"/>
              </a:ext>
            </a:extLst>
          </p:cNvPr>
          <p:cNvSpPr/>
          <p:nvPr/>
        </p:nvSpPr>
        <p:spPr>
          <a:xfrm>
            <a:off x="2294060" y="3712857"/>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2" name="Oval 61">
            <a:extLst>
              <a:ext uri="{FF2B5EF4-FFF2-40B4-BE49-F238E27FC236}">
                <a16:creationId xmlns:a16="http://schemas.microsoft.com/office/drawing/2014/main" id="{3D126DCC-7B17-099C-10B2-DC5F7C313C0E}"/>
              </a:ext>
            </a:extLst>
          </p:cNvPr>
          <p:cNvSpPr/>
          <p:nvPr/>
        </p:nvSpPr>
        <p:spPr>
          <a:xfrm>
            <a:off x="2622550" y="3956050"/>
            <a:ext cx="127000" cy="127000"/>
          </a:xfrm>
          <a:prstGeom prst="ellipse">
            <a:avLst/>
          </a:prstGeom>
          <a:solidFill>
            <a:srgbClr val="C43C4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3" name="text_62">
            <a:extLst>
              <a:ext uri="{FF2B5EF4-FFF2-40B4-BE49-F238E27FC236}">
                <a16:creationId xmlns:a16="http://schemas.microsoft.com/office/drawing/2014/main" id="{483E9DA3-4BB0-2A72-1351-3C4E16725CEA}"/>
              </a:ext>
            </a:extLst>
          </p:cNvPr>
          <p:cNvSpPr txBox="1"/>
          <p:nvPr/>
        </p:nvSpPr>
        <p:spPr>
          <a:xfrm>
            <a:off x="685800" y="5816599"/>
            <a:ext cx="4419600" cy="3937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Attempts ≠ accepted samples</a:t>
            </a:r>
          </a:p>
        </p:txBody>
      </p:sp>
      <p:sp>
        <p:nvSpPr>
          <p:cNvPr id="64" name="Rectangle: Rounded Corners 63">
            <a:extLst>
              <a:ext uri="{FF2B5EF4-FFF2-40B4-BE49-F238E27FC236}">
                <a16:creationId xmlns:a16="http://schemas.microsoft.com/office/drawing/2014/main" id="{1C555374-C8C2-BBF3-B6A9-FE42F944B6A7}"/>
              </a:ext>
            </a:extLst>
          </p:cNvPr>
          <p:cNvSpPr/>
          <p:nvPr/>
        </p:nvSpPr>
        <p:spPr>
          <a:xfrm>
            <a:off x="5486400" y="2654300"/>
            <a:ext cx="6019800" cy="16510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5" name="text_64">
            <a:extLst>
              <a:ext uri="{FF2B5EF4-FFF2-40B4-BE49-F238E27FC236}">
                <a16:creationId xmlns:a16="http://schemas.microsoft.com/office/drawing/2014/main" id="{2DD7C8C1-0ACD-BC16-9B9C-150131EAFE3E}"/>
              </a:ext>
            </a:extLst>
          </p:cNvPr>
          <p:cNvSpPr txBox="1"/>
          <p:nvPr/>
        </p:nvSpPr>
        <p:spPr>
          <a:xfrm>
            <a:off x="5715000" y="2844799"/>
            <a:ext cx="55626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Implement</a:t>
            </a:r>
          </a:p>
        </p:txBody>
      </p:sp>
      <p:sp>
        <p:nvSpPr>
          <p:cNvPr id="66" name="text_65">
            <a:extLst>
              <a:ext uri="{FF2B5EF4-FFF2-40B4-BE49-F238E27FC236}">
                <a16:creationId xmlns:a16="http://schemas.microsoft.com/office/drawing/2014/main" id="{0C42BA49-4940-0687-75AF-67DF8B4BE651}"/>
              </a:ext>
            </a:extLst>
          </p:cNvPr>
          <p:cNvSpPr txBox="1"/>
          <p:nvPr/>
        </p:nvSpPr>
        <p:spPr>
          <a:xfrm>
            <a:off x="5715000" y="3467099"/>
            <a:ext cx="5562600" cy="7874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Seeded uniform angles; bounded attempts.</a:t>
            </a:r>
            <a:endParaRPr lang="en-IL" sz="2400">
              <a:solidFill>
                <a:srgbClr val="15283B"/>
              </a:solidFill>
              <a:latin typeface="Aptos" panose="020B0004020202020204" pitchFamily="34" charset="0"/>
            </a:endParaRPr>
          </a:p>
        </p:txBody>
      </p:sp>
      <p:sp>
        <p:nvSpPr>
          <p:cNvPr id="67" name="Rectangle: Rounded Corners 66">
            <a:extLst>
              <a:ext uri="{FF2B5EF4-FFF2-40B4-BE49-F238E27FC236}">
                <a16:creationId xmlns:a16="http://schemas.microsoft.com/office/drawing/2014/main" id="{FFEEED07-5F48-304C-F159-C612E5DD74A1}"/>
              </a:ext>
            </a:extLst>
          </p:cNvPr>
          <p:cNvSpPr/>
          <p:nvPr/>
        </p:nvSpPr>
        <p:spPr>
          <a:xfrm>
            <a:off x="5486400" y="4470400"/>
            <a:ext cx="6019800" cy="16510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8" name="text_67">
            <a:extLst>
              <a:ext uri="{FF2B5EF4-FFF2-40B4-BE49-F238E27FC236}">
                <a16:creationId xmlns:a16="http://schemas.microsoft.com/office/drawing/2014/main" id="{ECFEF1EC-3029-0E08-15FE-C4E5EF55E457}"/>
              </a:ext>
            </a:extLst>
          </p:cNvPr>
          <p:cNvSpPr txBox="1"/>
          <p:nvPr/>
        </p:nvSpPr>
        <p:spPr>
          <a:xfrm>
            <a:off x="5715000" y="4660899"/>
            <a:ext cx="55626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Check</a:t>
            </a:r>
          </a:p>
        </p:txBody>
      </p:sp>
      <p:sp>
        <p:nvSpPr>
          <p:cNvPr id="69" name="text_68">
            <a:extLst>
              <a:ext uri="{FF2B5EF4-FFF2-40B4-BE49-F238E27FC236}">
                <a16:creationId xmlns:a16="http://schemas.microsoft.com/office/drawing/2014/main" id="{CA49E70B-9E9B-F571-B85B-772FEA991B11}"/>
              </a:ext>
            </a:extLst>
          </p:cNvPr>
          <p:cNvSpPr txBox="1"/>
          <p:nvPr/>
        </p:nvSpPr>
        <p:spPr>
          <a:xfrm>
            <a:off x="5715000" y="5283199"/>
            <a:ext cx="5562600" cy="7874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Limits, repeatability, attempt exhaustion.</a:t>
            </a:r>
          </a:p>
        </p:txBody>
      </p:sp>
    </p:spTree>
    <p:extLst>
      <p:ext uri="{BB962C8B-B14F-4D97-AF65-F5344CB8AC3E}">
        <p14:creationId xmlns:p14="http://schemas.microsoft.com/office/powerpoint/2010/main" val="14969755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504190C3-6875-06EF-29DD-38D33B65C3C5}"/>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04 / CONFIGURATION SPACE &amp; PRM</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2E60DAD1-656F-B004-7312-562EB5AD4B20}"/>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2 · Keep free configurations</a:t>
            </a:r>
          </a:p>
        </p:txBody>
      </p:sp>
      <p:sp>
        <p:nvSpPr>
          <p:cNvPr id="4" name="text_3">
            <a:extLst>
              <a:ext uri="{FF2B5EF4-FFF2-40B4-BE49-F238E27FC236}">
                <a16:creationId xmlns:a16="http://schemas.microsoft.com/office/drawing/2014/main" id="{D2332697-FFA8-08C3-E68A-B66168A2739C}"/>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Forward kinematics supplies the geometry for collision checks.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6BD395E6-8A60-4B7D-D510-497FE39D7214}"/>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CB19B328-6F18-6781-8FB7-9471E89639EB}"/>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Motion Planning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9BCA26CC-DDDF-CC0A-59CC-9965C781E4C8}"/>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09</a:t>
            </a:r>
          </a:p>
        </p:txBody>
      </p:sp>
      <p:sp>
        <p:nvSpPr>
          <p:cNvPr id="8" name="Oval 7">
            <a:extLst>
              <a:ext uri="{FF2B5EF4-FFF2-40B4-BE49-F238E27FC236}">
                <a16:creationId xmlns:a16="http://schemas.microsoft.com/office/drawing/2014/main" id="{9FC2C658-F240-77BB-29B7-385F4F60128C}"/>
              </a:ext>
            </a:extLst>
          </p:cNvPr>
          <p:cNvSpPr/>
          <p:nvPr/>
        </p:nvSpPr>
        <p:spPr>
          <a:xfrm>
            <a:off x="3449320" y="3487420"/>
            <a:ext cx="822960" cy="822960"/>
          </a:xfrm>
          <a:prstGeom prst="ellipse">
            <a:avLst/>
          </a:prstGeom>
          <a:solidFill>
            <a:srgbClr val="FFF0DF"/>
          </a:solidFill>
          <a:ln>
            <a:solidFill>
              <a:srgbClr val="AE65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Oval 8">
            <a:extLst>
              <a:ext uri="{FF2B5EF4-FFF2-40B4-BE49-F238E27FC236}">
                <a16:creationId xmlns:a16="http://schemas.microsoft.com/office/drawing/2014/main" id="{CD4BEC31-5DE2-814D-66AA-C891F56FD82E}"/>
              </a:ext>
            </a:extLst>
          </p:cNvPr>
          <p:cNvSpPr/>
          <p:nvPr/>
        </p:nvSpPr>
        <p:spPr>
          <a:xfrm>
            <a:off x="3415030" y="3453130"/>
            <a:ext cx="891540" cy="891540"/>
          </a:xfrm>
          <a:prstGeom prst="ellipse">
            <a:avLst/>
          </a:prstGeom>
          <a:noFill/>
          <a:ln w="19050" cap="flat" cmpd="sng" algn="ctr">
            <a:solidFill>
              <a:srgbClr val="AE651D"/>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10" name="Straight Connector 9">
            <a:extLst>
              <a:ext uri="{FF2B5EF4-FFF2-40B4-BE49-F238E27FC236}">
                <a16:creationId xmlns:a16="http://schemas.microsoft.com/office/drawing/2014/main" id="{8F938C47-0651-0CDD-D54A-5C8D61811ED6}"/>
              </a:ext>
            </a:extLst>
          </p:cNvPr>
          <p:cNvCxnSpPr/>
          <p:nvPr/>
        </p:nvCxnSpPr>
        <p:spPr>
          <a:xfrm>
            <a:off x="1117600" y="3898900"/>
            <a:ext cx="2057400" cy="0"/>
          </a:xfrm>
          <a:prstGeom prst="line">
            <a:avLst/>
          </a:prstGeom>
          <a:ln w="205740">
            <a:solidFill>
              <a:srgbClr val="C43C47"/>
            </a:solidFill>
          </a:ln>
        </p:spPr>
        <p:style>
          <a:lnRef idx="2">
            <a:schemeClr val="accent1"/>
          </a:lnRef>
          <a:fillRef idx="0">
            <a:schemeClr val="accent1"/>
          </a:fillRef>
          <a:effectRef idx="1">
            <a:schemeClr val="accent1"/>
          </a:effectRef>
          <a:fontRef idx="minor">
            <a:schemeClr val="tx1"/>
          </a:fontRef>
        </p:style>
      </p:cxnSp>
      <p:sp>
        <p:nvSpPr>
          <p:cNvPr id="11" name="Oval 10">
            <a:extLst>
              <a:ext uri="{FF2B5EF4-FFF2-40B4-BE49-F238E27FC236}">
                <a16:creationId xmlns:a16="http://schemas.microsoft.com/office/drawing/2014/main" id="{20B6E289-4AE4-0E9A-3A11-4548B1B485A8}"/>
              </a:ext>
            </a:extLst>
          </p:cNvPr>
          <p:cNvSpPr/>
          <p:nvPr/>
        </p:nvSpPr>
        <p:spPr>
          <a:xfrm>
            <a:off x="1014730" y="3796030"/>
            <a:ext cx="205740" cy="205740"/>
          </a:xfrm>
          <a:prstGeom prst="ellipse">
            <a:avLst/>
          </a:prstGeom>
          <a:solidFill>
            <a:srgbClr val="C43C4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Oval 11">
            <a:extLst>
              <a:ext uri="{FF2B5EF4-FFF2-40B4-BE49-F238E27FC236}">
                <a16:creationId xmlns:a16="http://schemas.microsoft.com/office/drawing/2014/main" id="{EEC17794-2EC4-1FD3-A191-6260F703A220}"/>
              </a:ext>
            </a:extLst>
          </p:cNvPr>
          <p:cNvSpPr/>
          <p:nvPr/>
        </p:nvSpPr>
        <p:spPr>
          <a:xfrm>
            <a:off x="3072130" y="3796030"/>
            <a:ext cx="205740" cy="205740"/>
          </a:xfrm>
          <a:prstGeom prst="ellipse">
            <a:avLst/>
          </a:prstGeom>
          <a:solidFill>
            <a:srgbClr val="C43C4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13" name="Straight Connector 12">
            <a:extLst>
              <a:ext uri="{FF2B5EF4-FFF2-40B4-BE49-F238E27FC236}">
                <a16:creationId xmlns:a16="http://schemas.microsoft.com/office/drawing/2014/main" id="{52AD1081-428A-217E-5082-FAFB63CFCBB9}"/>
              </a:ext>
            </a:extLst>
          </p:cNvPr>
          <p:cNvCxnSpPr/>
          <p:nvPr/>
        </p:nvCxnSpPr>
        <p:spPr>
          <a:xfrm>
            <a:off x="3175000" y="3898900"/>
            <a:ext cx="1371600" cy="0"/>
          </a:xfrm>
          <a:prstGeom prst="line">
            <a:avLst/>
          </a:prstGeom>
          <a:ln w="205740">
            <a:solidFill>
              <a:srgbClr val="C43C47"/>
            </a:solidFill>
          </a:ln>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BA4E0AFF-6445-311B-C8AD-2F724FABDB76}"/>
              </a:ext>
            </a:extLst>
          </p:cNvPr>
          <p:cNvSpPr/>
          <p:nvPr/>
        </p:nvSpPr>
        <p:spPr>
          <a:xfrm>
            <a:off x="3072130" y="3796030"/>
            <a:ext cx="205740" cy="205740"/>
          </a:xfrm>
          <a:prstGeom prst="ellipse">
            <a:avLst/>
          </a:prstGeom>
          <a:solidFill>
            <a:srgbClr val="C43C4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Oval 14">
            <a:extLst>
              <a:ext uri="{FF2B5EF4-FFF2-40B4-BE49-F238E27FC236}">
                <a16:creationId xmlns:a16="http://schemas.microsoft.com/office/drawing/2014/main" id="{5149990A-512B-9CA3-4289-533D92DA8C50}"/>
              </a:ext>
            </a:extLst>
          </p:cNvPr>
          <p:cNvSpPr/>
          <p:nvPr/>
        </p:nvSpPr>
        <p:spPr>
          <a:xfrm>
            <a:off x="4443730" y="3796030"/>
            <a:ext cx="205740" cy="205740"/>
          </a:xfrm>
          <a:prstGeom prst="ellipse">
            <a:avLst/>
          </a:prstGeom>
          <a:solidFill>
            <a:srgbClr val="C43C4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6" name="Oval 15">
            <a:extLst>
              <a:ext uri="{FF2B5EF4-FFF2-40B4-BE49-F238E27FC236}">
                <a16:creationId xmlns:a16="http://schemas.microsoft.com/office/drawing/2014/main" id="{C405071C-4CBF-8E29-86C4-08B2C70EE55D}"/>
              </a:ext>
            </a:extLst>
          </p:cNvPr>
          <p:cNvSpPr/>
          <p:nvPr/>
        </p:nvSpPr>
        <p:spPr>
          <a:xfrm>
            <a:off x="1028700" y="3810000"/>
            <a:ext cx="177800" cy="177800"/>
          </a:xfrm>
          <a:prstGeom prst="ellipse">
            <a:avLst/>
          </a:prstGeom>
          <a:solidFill>
            <a:srgbClr val="1528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text_16">
            <a:extLst>
              <a:ext uri="{FF2B5EF4-FFF2-40B4-BE49-F238E27FC236}">
                <a16:creationId xmlns:a16="http://schemas.microsoft.com/office/drawing/2014/main" id="{0EB1F62D-73CF-6E34-DF66-4B214C52E8AF}"/>
              </a:ext>
            </a:extLst>
          </p:cNvPr>
          <p:cNvSpPr txBox="1"/>
          <p:nvPr/>
        </p:nvSpPr>
        <p:spPr>
          <a:xfrm>
            <a:off x="685800" y="5029199"/>
            <a:ext cx="4445000" cy="546100"/>
          </a:xfrm>
          <a:prstGeom prst="rect">
            <a:avLst/>
          </a:prstGeom>
          <a:noFill/>
        </p:spPr>
        <p:txBody>
          <a:bodyPr vert="horz" wrap="square" lIns="0" tIns="0" rIns="0" bIns="0" rtlCol="0" anchor="t">
            <a:noAutofit/>
          </a:bodyPr>
          <a:lstStyle/>
          <a:p>
            <a:r>
              <a:rPr lang="en-IL" sz="2800">
                <a:solidFill>
                  <a:srgbClr val="137F79"/>
                </a:solidFill>
                <a:latin typeface="Cambria Math" panose="02040503050406030204" pitchFamily="18" charset="0"/>
              </a:rPr>
              <a:t>clearance(q) &gt; 0.01 m</a:t>
            </a:r>
          </a:p>
        </p:txBody>
      </p:sp>
      <p:sp>
        <p:nvSpPr>
          <p:cNvPr id="18" name="text_17">
            <a:extLst>
              <a:ext uri="{FF2B5EF4-FFF2-40B4-BE49-F238E27FC236}">
                <a16:creationId xmlns:a16="http://schemas.microsoft.com/office/drawing/2014/main" id="{96FC7EBC-A38D-A9E2-599E-B12D199C80E2}"/>
              </a:ext>
            </a:extLst>
          </p:cNvPr>
          <p:cNvSpPr txBox="1"/>
          <p:nvPr/>
        </p:nvSpPr>
        <p:spPr>
          <a:xfrm>
            <a:off x="685800" y="5714999"/>
            <a:ext cx="4445000" cy="4445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Thickness + padding matter.</a:t>
            </a:r>
          </a:p>
        </p:txBody>
      </p:sp>
      <p:sp>
        <p:nvSpPr>
          <p:cNvPr id="19" name="Rectangle: Rounded Corners 18">
            <a:extLst>
              <a:ext uri="{FF2B5EF4-FFF2-40B4-BE49-F238E27FC236}">
                <a16:creationId xmlns:a16="http://schemas.microsoft.com/office/drawing/2014/main" id="{387E952E-5514-2E6A-154B-4ECBBCE8D4E0}"/>
              </a:ext>
            </a:extLst>
          </p:cNvPr>
          <p:cNvSpPr/>
          <p:nvPr/>
        </p:nvSpPr>
        <p:spPr>
          <a:xfrm>
            <a:off x="5486400" y="2654300"/>
            <a:ext cx="6019800" cy="16510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0" name="text_19">
            <a:extLst>
              <a:ext uri="{FF2B5EF4-FFF2-40B4-BE49-F238E27FC236}">
                <a16:creationId xmlns:a16="http://schemas.microsoft.com/office/drawing/2014/main" id="{BC3C230B-306A-C56E-7C90-0B499E493DCC}"/>
              </a:ext>
            </a:extLst>
          </p:cNvPr>
          <p:cNvSpPr txBox="1"/>
          <p:nvPr/>
        </p:nvSpPr>
        <p:spPr>
          <a:xfrm>
            <a:off x="5715000" y="2844799"/>
            <a:ext cx="55626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Implement</a:t>
            </a:r>
          </a:p>
        </p:txBody>
      </p:sp>
      <p:sp>
        <p:nvSpPr>
          <p:cNvPr id="21" name="text_20">
            <a:extLst>
              <a:ext uri="{FF2B5EF4-FFF2-40B4-BE49-F238E27FC236}">
                <a16:creationId xmlns:a16="http://schemas.microsoft.com/office/drawing/2014/main" id="{864F06F6-A1A9-2521-879C-5D01B5F098B7}"/>
              </a:ext>
            </a:extLst>
          </p:cNvPr>
          <p:cNvSpPr txBox="1"/>
          <p:nvPr/>
        </p:nvSpPr>
        <p:spPr>
          <a:xfrm>
            <a:off x="5715000" y="3467099"/>
            <a:ext cx="5562600" cy="7874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FK → both link capsules → clearance.</a:t>
            </a:r>
            <a:endParaRPr lang="en-IL" sz="2400">
              <a:solidFill>
                <a:srgbClr val="15283B"/>
              </a:solidFill>
              <a:latin typeface="Aptos" panose="020B0004020202020204" pitchFamily="34" charset="0"/>
            </a:endParaRPr>
          </a:p>
        </p:txBody>
      </p:sp>
      <p:sp>
        <p:nvSpPr>
          <p:cNvPr id="22" name="Rectangle: Rounded Corners 21">
            <a:extLst>
              <a:ext uri="{FF2B5EF4-FFF2-40B4-BE49-F238E27FC236}">
                <a16:creationId xmlns:a16="http://schemas.microsoft.com/office/drawing/2014/main" id="{F3C7A248-9191-58BF-8581-45F08E0F71CB}"/>
              </a:ext>
            </a:extLst>
          </p:cNvPr>
          <p:cNvSpPr/>
          <p:nvPr/>
        </p:nvSpPr>
        <p:spPr>
          <a:xfrm>
            <a:off x="5486400" y="4470400"/>
            <a:ext cx="6019800" cy="16510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3" name="text_22">
            <a:extLst>
              <a:ext uri="{FF2B5EF4-FFF2-40B4-BE49-F238E27FC236}">
                <a16:creationId xmlns:a16="http://schemas.microsoft.com/office/drawing/2014/main" id="{0D12844F-5B69-DFEA-3498-DE605DC76279}"/>
              </a:ext>
            </a:extLst>
          </p:cNvPr>
          <p:cNvSpPr txBox="1"/>
          <p:nvPr/>
        </p:nvSpPr>
        <p:spPr>
          <a:xfrm>
            <a:off x="5715000" y="4660899"/>
            <a:ext cx="55626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Check</a:t>
            </a:r>
          </a:p>
        </p:txBody>
      </p:sp>
      <p:sp>
        <p:nvSpPr>
          <p:cNvPr id="24" name="text_23">
            <a:extLst>
              <a:ext uri="{FF2B5EF4-FFF2-40B4-BE49-F238E27FC236}">
                <a16:creationId xmlns:a16="http://schemas.microsoft.com/office/drawing/2014/main" id="{E33BAE2F-2FC9-6A44-8C66-E23ECAF462DD}"/>
              </a:ext>
            </a:extLst>
          </p:cNvPr>
          <p:cNvSpPr txBox="1"/>
          <p:nvPr/>
        </p:nvSpPr>
        <p:spPr>
          <a:xfrm>
            <a:off x="5715000" y="5283199"/>
            <a:ext cx="5562600" cy="7874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Either link, contact, and known poses.</a:t>
            </a:r>
            <a:endParaRPr lang="en-IL" sz="2400">
              <a:solidFill>
                <a:srgbClr val="15283B"/>
              </a:solidFill>
              <a:latin typeface="Aptos" panose="020B0004020202020204" pitchFamily="34" charset="0"/>
            </a:endParaRPr>
          </a:p>
        </p:txBody>
      </p:sp>
    </p:spTree>
    <p:extLst>
      <p:ext uri="{BB962C8B-B14F-4D97-AF65-F5344CB8AC3E}">
        <p14:creationId xmlns:p14="http://schemas.microsoft.com/office/powerpoint/2010/main" val="33412596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08FE1A98-BDD7-D88A-BFC7-EFB4D120E1D0}"/>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04 / CONFIGURATION SPACE &amp; PRM</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A8A15930-F0B6-A124-2FBA-183D137E3DF3}"/>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3 · Choose nearby candidates</a:t>
            </a:r>
          </a:p>
        </p:txBody>
      </p:sp>
      <p:sp>
        <p:nvSpPr>
          <p:cNvPr id="4" name="text_3">
            <a:extLst>
              <a:ext uri="{FF2B5EF4-FFF2-40B4-BE49-F238E27FC236}">
                <a16:creationId xmlns:a16="http://schemas.microsoft.com/office/drawing/2014/main" id="{ADD6531E-0CC8-E4C8-0467-E1BCD7557135}"/>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Distance proposes a connection; geometry decides whether to keep it.</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189E2483-0658-1C61-2762-4F85819DFE22}"/>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B7AA9A57-26F0-D6BB-20AA-2022077AEECC}"/>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Motion Planning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626E5BAA-4EB3-E732-4EA8-F61C7B105474}"/>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10</a:t>
            </a:r>
          </a:p>
        </p:txBody>
      </p:sp>
      <p:sp>
        <p:nvSpPr>
          <p:cNvPr id="8" name="Rectangle 7">
            <a:extLst>
              <a:ext uri="{FF2B5EF4-FFF2-40B4-BE49-F238E27FC236}">
                <a16:creationId xmlns:a16="http://schemas.microsoft.com/office/drawing/2014/main" id="{F2E4BCA9-3FCC-079C-B99B-14CF5E048350}"/>
              </a:ext>
            </a:extLst>
          </p:cNvPr>
          <p:cNvSpPr/>
          <p:nvPr/>
        </p:nvSpPr>
        <p:spPr>
          <a:xfrm>
            <a:off x="1346200" y="2679700"/>
            <a:ext cx="2679700" cy="26797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Rectangle 8">
            <a:extLst>
              <a:ext uri="{FF2B5EF4-FFF2-40B4-BE49-F238E27FC236}">
                <a16:creationId xmlns:a16="http://schemas.microsoft.com/office/drawing/2014/main" id="{D90431F9-B6EA-05CB-AF05-EE4214467000}"/>
              </a:ext>
            </a:extLst>
          </p:cNvPr>
          <p:cNvSpPr/>
          <p:nvPr/>
        </p:nvSpPr>
        <p:spPr>
          <a:xfrm>
            <a:off x="2310892" y="3322828"/>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 name="Rectangle 9">
            <a:extLst>
              <a:ext uri="{FF2B5EF4-FFF2-40B4-BE49-F238E27FC236}">
                <a16:creationId xmlns:a16="http://schemas.microsoft.com/office/drawing/2014/main" id="{2BB6DE7C-F33C-37AE-9D9E-67D34DE6EA12}"/>
              </a:ext>
            </a:extLst>
          </p:cNvPr>
          <p:cNvSpPr/>
          <p:nvPr/>
        </p:nvSpPr>
        <p:spPr>
          <a:xfrm>
            <a:off x="2418080" y="3322828"/>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Rectangle 10">
            <a:extLst>
              <a:ext uri="{FF2B5EF4-FFF2-40B4-BE49-F238E27FC236}">
                <a16:creationId xmlns:a16="http://schemas.microsoft.com/office/drawing/2014/main" id="{8F45328D-012D-D8F1-6740-05822F66428E}"/>
              </a:ext>
            </a:extLst>
          </p:cNvPr>
          <p:cNvSpPr/>
          <p:nvPr/>
        </p:nvSpPr>
        <p:spPr>
          <a:xfrm>
            <a:off x="2418080" y="3430016"/>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Rectangle 11">
            <a:extLst>
              <a:ext uri="{FF2B5EF4-FFF2-40B4-BE49-F238E27FC236}">
                <a16:creationId xmlns:a16="http://schemas.microsoft.com/office/drawing/2014/main" id="{F8401E0D-F93F-6BCC-E2F0-9659A70A9373}"/>
              </a:ext>
            </a:extLst>
          </p:cNvPr>
          <p:cNvSpPr/>
          <p:nvPr/>
        </p:nvSpPr>
        <p:spPr>
          <a:xfrm>
            <a:off x="2525268" y="3430016"/>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Rectangle 12">
            <a:extLst>
              <a:ext uri="{FF2B5EF4-FFF2-40B4-BE49-F238E27FC236}">
                <a16:creationId xmlns:a16="http://schemas.microsoft.com/office/drawing/2014/main" id="{E1CB4F80-A94A-41BF-9AD4-08408349554B}"/>
              </a:ext>
            </a:extLst>
          </p:cNvPr>
          <p:cNvSpPr/>
          <p:nvPr/>
        </p:nvSpPr>
        <p:spPr>
          <a:xfrm>
            <a:off x="2418080" y="3537204"/>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Rectangle 13">
            <a:extLst>
              <a:ext uri="{FF2B5EF4-FFF2-40B4-BE49-F238E27FC236}">
                <a16:creationId xmlns:a16="http://schemas.microsoft.com/office/drawing/2014/main" id="{937D5A1C-410B-6BD8-0378-A4B16131C329}"/>
              </a:ext>
            </a:extLst>
          </p:cNvPr>
          <p:cNvSpPr/>
          <p:nvPr/>
        </p:nvSpPr>
        <p:spPr>
          <a:xfrm>
            <a:off x="2525268" y="3537204"/>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Rectangle 14">
            <a:extLst>
              <a:ext uri="{FF2B5EF4-FFF2-40B4-BE49-F238E27FC236}">
                <a16:creationId xmlns:a16="http://schemas.microsoft.com/office/drawing/2014/main" id="{6216593C-30EB-340C-0182-07F5F933DC9D}"/>
              </a:ext>
            </a:extLst>
          </p:cNvPr>
          <p:cNvSpPr/>
          <p:nvPr/>
        </p:nvSpPr>
        <p:spPr>
          <a:xfrm>
            <a:off x="2525268" y="3644392"/>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6" name="Rectangle 15">
            <a:extLst>
              <a:ext uri="{FF2B5EF4-FFF2-40B4-BE49-F238E27FC236}">
                <a16:creationId xmlns:a16="http://schemas.microsoft.com/office/drawing/2014/main" id="{BC0C4319-2F8E-A873-B4A7-85F40AE93E35}"/>
              </a:ext>
            </a:extLst>
          </p:cNvPr>
          <p:cNvSpPr/>
          <p:nvPr/>
        </p:nvSpPr>
        <p:spPr>
          <a:xfrm>
            <a:off x="2632456" y="3644392"/>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Rectangle 16">
            <a:extLst>
              <a:ext uri="{FF2B5EF4-FFF2-40B4-BE49-F238E27FC236}">
                <a16:creationId xmlns:a16="http://schemas.microsoft.com/office/drawing/2014/main" id="{8B535B4F-B269-62B3-1136-55376382AC1C}"/>
              </a:ext>
            </a:extLst>
          </p:cNvPr>
          <p:cNvSpPr/>
          <p:nvPr/>
        </p:nvSpPr>
        <p:spPr>
          <a:xfrm>
            <a:off x="2525268" y="3751580"/>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8" name="Rectangle 17">
            <a:extLst>
              <a:ext uri="{FF2B5EF4-FFF2-40B4-BE49-F238E27FC236}">
                <a16:creationId xmlns:a16="http://schemas.microsoft.com/office/drawing/2014/main" id="{A4692177-9D6D-18E5-EFE0-ACBF6BD702DC}"/>
              </a:ext>
            </a:extLst>
          </p:cNvPr>
          <p:cNvSpPr/>
          <p:nvPr/>
        </p:nvSpPr>
        <p:spPr>
          <a:xfrm>
            <a:off x="2632456" y="3751580"/>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9" name="Rectangle 18">
            <a:extLst>
              <a:ext uri="{FF2B5EF4-FFF2-40B4-BE49-F238E27FC236}">
                <a16:creationId xmlns:a16="http://schemas.microsoft.com/office/drawing/2014/main" id="{881D1C12-13DE-A6C6-4EF1-E2BD0DC310DE}"/>
              </a:ext>
            </a:extLst>
          </p:cNvPr>
          <p:cNvSpPr/>
          <p:nvPr/>
        </p:nvSpPr>
        <p:spPr>
          <a:xfrm>
            <a:off x="2525268" y="3858768"/>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0" name="Rectangle 19">
            <a:extLst>
              <a:ext uri="{FF2B5EF4-FFF2-40B4-BE49-F238E27FC236}">
                <a16:creationId xmlns:a16="http://schemas.microsoft.com/office/drawing/2014/main" id="{FA041EC0-FC08-D911-6D4E-63B6284F3BF0}"/>
              </a:ext>
            </a:extLst>
          </p:cNvPr>
          <p:cNvSpPr/>
          <p:nvPr/>
        </p:nvSpPr>
        <p:spPr>
          <a:xfrm>
            <a:off x="2632456" y="3858768"/>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1" name="Rectangle 20">
            <a:extLst>
              <a:ext uri="{FF2B5EF4-FFF2-40B4-BE49-F238E27FC236}">
                <a16:creationId xmlns:a16="http://schemas.microsoft.com/office/drawing/2014/main" id="{C98B5011-59DA-64A2-AB6F-1C91CBDDABF3}"/>
              </a:ext>
            </a:extLst>
          </p:cNvPr>
          <p:cNvSpPr/>
          <p:nvPr/>
        </p:nvSpPr>
        <p:spPr>
          <a:xfrm>
            <a:off x="2632456" y="3965956"/>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2" name="Rectangle 21">
            <a:extLst>
              <a:ext uri="{FF2B5EF4-FFF2-40B4-BE49-F238E27FC236}">
                <a16:creationId xmlns:a16="http://schemas.microsoft.com/office/drawing/2014/main" id="{C3DE60F8-2EA2-466E-F874-CCDB4FC988BA}"/>
              </a:ext>
            </a:extLst>
          </p:cNvPr>
          <p:cNvSpPr/>
          <p:nvPr/>
        </p:nvSpPr>
        <p:spPr>
          <a:xfrm>
            <a:off x="2632456" y="4073144"/>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3" name="Rectangle 22">
            <a:extLst>
              <a:ext uri="{FF2B5EF4-FFF2-40B4-BE49-F238E27FC236}">
                <a16:creationId xmlns:a16="http://schemas.microsoft.com/office/drawing/2014/main" id="{B95E87BD-BDBB-92F5-7CC7-35AAC4233EB1}"/>
              </a:ext>
            </a:extLst>
          </p:cNvPr>
          <p:cNvSpPr/>
          <p:nvPr/>
        </p:nvSpPr>
        <p:spPr>
          <a:xfrm>
            <a:off x="2739644" y="4073144"/>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4" name="Rectangle 23">
            <a:extLst>
              <a:ext uri="{FF2B5EF4-FFF2-40B4-BE49-F238E27FC236}">
                <a16:creationId xmlns:a16="http://schemas.microsoft.com/office/drawing/2014/main" id="{4B46B4C2-79DA-7756-4B24-4A0FDCE1BF2D}"/>
              </a:ext>
            </a:extLst>
          </p:cNvPr>
          <p:cNvSpPr/>
          <p:nvPr/>
        </p:nvSpPr>
        <p:spPr>
          <a:xfrm>
            <a:off x="2632456" y="4180332"/>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5" name="Rectangle 24">
            <a:extLst>
              <a:ext uri="{FF2B5EF4-FFF2-40B4-BE49-F238E27FC236}">
                <a16:creationId xmlns:a16="http://schemas.microsoft.com/office/drawing/2014/main" id="{8F8DE3D9-EFF9-9C2A-1126-4AF4D751019D}"/>
              </a:ext>
            </a:extLst>
          </p:cNvPr>
          <p:cNvSpPr/>
          <p:nvPr/>
        </p:nvSpPr>
        <p:spPr>
          <a:xfrm>
            <a:off x="2739644" y="4180332"/>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6" name="Rectangle 25">
            <a:extLst>
              <a:ext uri="{FF2B5EF4-FFF2-40B4-BE49-F238E27FC236}">
                <a16:creationId xmlns:a16="http://schemas.microsoft.com/office/drawing/2014/main" id="{DA7BAC72-0712-E0E4-E7E0-9417A5B3B75B}"/>
              </a:ext>
            </a:extLst>
          </p:cNvPr>
          <p:cNvSpPr/>
          <p:nvPr/>
        </p:nvSpPr>
        <p:spPr>
          <a:xfrm>
            <a:off x="2632456" y="4287520"/>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7" name="Rectangle 26">
            <a:extLst>
              <a:ext uri="{FF2B5EF4-FFF2-40B4-BE49-F238E27FC236}">
                <a16:creationId xmlns:a16="http://schemas.microsoft.com/office/drawing/2014/main" id="{87042448-1ECC-D1BE-E6F0-B2AE3805D8D9}"/>
              </a:ext>
            </a:extLst>
          </p:cNvPr>
          <p:cNvSpPr/>
          <p:nvPr/>
        </p:nvSpPr>
        <p:spPr>
          <a:xfrm>
            <a:off x="2739644" y="4287520"/>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8" name="Rectangle 27">
            <a:extLst>
              <a:ext uri="{FF2B5EF4-FFF2-40B4-BE49-F238E27FC236}">
                <a16:creationId xmlns:a16="http://schemas.microsoft.com/office/drawing/2014/main" id="{ECE0E933-F19F-965D-F1CA-EC7D32D03B6E}"/>
              </a:ext>
            </a:extLst>
          </p:cNvPr>
          <p:cNvSpPr/>
          <p:nvPr/>
        </p:nvSpPr>
        <p:spPr>
          <a:xfrm>
            <a:off x="2739644" y="4394708"/>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9" name="Rectangle 28">
            <a:extLst>
              <a:ext uri="{FF2B5EF4-FFF2-40B4-BE49-F238E27FC236}">
                <a16:creationId xmlns:a16="http://schemas.microsoft.com/office/drawing/2014/main" id="{FD06279B-D779-7B5E-AC39-20BF7F1A6B81}"/>
              </a:ext>
            </a:extLst>
          </p:cNvPr>
          <p:cNvSpPr/>
          <p:nvPr/>
        </p:nvSpPr>
        <p:spPr>
          <a:xfrm>
            <a:off x="2846832" y="4394708"/>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0" name="Rectangle 29">
            <a:extLst>
              <a:ext uri="{FF2B5EF4-FFF2-40B4-BE49-F238E27FC236}">
                <a16:creationId xmlns:a16="http://schemas.microsoft.com/office/drawing/2014/main" id="{D9C22C0D-A78F-E1F7-DF5C-CB3F3FAC809E}"/>
              </a:ext>
            </a:extLst>
          </p:cNvPr>
          <p:cNvSpPr/>
          <p:nvPr/>
        </p:nvSpPr>
        <p:spPr>
          <a:xfrm>
            <a:off x="2739644" y="4501896"/>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1" name="Rectangle 30">
            <a:extLst>
              <a:ext uri="{FF2B5EF4-FFF2-40B4-BE49-F238E27FC236}">
                <a16:creationId xmlns:a16="http://schemas.microsoft.com/office/drawing/2014/main" id="{241DABA1-FC15-11A4-BA96-B86A98263455}"/>
              </a:ext>
            </a:extLst>
          </p:cNvPr>
          <p:cNvSpPr/>
          <p:nvPr/>
        </p:nvSpPr>
        <p:spPr>
          <a:xfrm>
            <a:off x="2846832" y="4501896"/>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2" name="Rectangle 31">
            <a:extLst>
              <a:ext uri="{FF2B5EF4-FFF2-40B4-BE49-F238E27FC236}">
                <a16:creationId xmlns:a16="http://schemas.microsoft.com/office/drawing/2014/main" id="{6EBC3AF7-06D8-6F7B-CD98-BB5E2C32B0CE}"/>
              </a:ext>
            </a:extLst>
          </p:cNvPr>
          <p:cNvSpPr/>
          <p:nvPr/>
        </p:nvSpPr>
        <p:spPr>
          <a:xfrm>
            <a:off x="2846832" y="4609084"/>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3" name="Rectangle 32">
            <a:extLst>
              <a:ext uri="{FF2B5EF4-FFF2-40B4-BE49-F238E27FC236}">
                <a16:creationId xmlns:a16="http://schemas.microsoft.com/office/drawing/2014/main" id="{737B87CF-B2A6-3944-9CB7-217F38404DBE}"/>
              </a:ext>
            </a:extLst>
          </p:cNvPr>
          <p:cNvSpPr/>
          <p:nvPr/>
        </p:nvSpPr>
        <p:spPr>
          <a:xfrm>
            <a:off x="2954020" y="4609084"/>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34" name="Straight Connector 33">
            <a:extLst>
              <a:ext uri="{FF2B5EF4-FFF2-40B4-BE49-F238E27FC236}">
                <a16:creationId xmlns:a16="http://schemas.microsoft.com/office/drawing/2014/main" id="{4A82B53C-C143-E523-2318-567ECC4EB28A}"/>
              </a:ext>
            </a:extLst>
          </p:cNvPr>
          <p:cNvCxnSpPr/>
          <p:nvPr/>
        </p:nvCxnSpPr>
        <p:spPr>
          <a:xfrm>
            <a:off x="1346200" y="2679700"/>
            <a:ext cx="26797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B8682ADB-AF9F-B1D1-05F3-8410DBF7125E}"/>
              </a:ext>
            </a:extLst>
          </p:cNvPr>
          <p:cNvCxnSpPr/>
          <p:nvPr/>
        </p:nvCxnSpPr>
        <p:spPr>
          <a:xfrm>
            <a:off x="1346200" y="5359400"/>
            <a:ext cx="26797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50E5D5D4-A7E1-6052-B54A-BC85A1A6A751}"/>
              </a:ext>
            </a:extLst>
          </p:cNvPr>
          <p:cNvCxnSpPr/>
          <p:nvPr/>
        </p:nvCxnSpPr>
        <p:spPr>
          <a:xfrm>
            <a:off x="1346200" y="2679700"/>
            <a:ext cx="0" cy="267970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3C5F2174-122E-63BB-1230-D5B608FB8EAB}"/>
              </a:ext>
            </a:extLst>
          </p:cNvPr>
          <p:cNvCxnSpPr/>
          <p:nvPr/>
        </p:nvCxnSpPr>
        <p:spPr>
          <a:xfrm>
            <a:off x="4025900" y="2679700"/>
            <a:ext cx="0" cy="267970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F4834759-AC54-38C3-5BD9-E37EA11A543B}"/>
              </a:ext>
            </a:extLst>
          </p:cNvPr>
          <p:cNvCxnSpPr/>
          <p:nvPr/>
        </p:nvCxnSpPr>
        <p:spPr>
          <a:xfrm>
            <a:off x="2686050" y="2679700"/>
            <a:ext cx="0" cy="2679700"/>
          </a:xfrm>
          <a:prstGeom prst="line">
            <a:avLst/>
          </a:prstGeom>
          <a:ln w="27940">
            <a:solidFill>
              <a:srgbClr val="D7E0E9"/>
            </a:solidFill>
            <a:prstDash val="dash"/>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057EA675-7E60-542D-7E13-35EE8AEEBC4D}"/>
              </a:ext>
            </a:extLst>
          </p:cNvPr>
          <p:cNvCxnSpPr/>
          <p:nvPr/>
        </p:nvCxnSpPr>
        <p:spPr>
          <a:xfrm>
            <a:off x="1346200" y="4019550"/>
            <a:ext cx="2679700" cy="0"/>
          </a:xfrm>
          <a:prstGeom prst="line">
            <a:avLst/>
          </a:prstGeom>
          <a:ln w="27940">
            <a:solidFill>
              <a:srgbClr val="D7E0E9"/>
            </a:solidFill>
            <a:prstDash val="dash"/>
          </a:ln>
        </p:spPr>
        <p:style>
          <a:lnRef idx="2">
            <a:schemeClr val="accent1"/>
          </a:lnRef>
          <a:fillRef idx="0">
            <a:schemeClr val="accent1"/>
          </a:fillRef>
          <a:effectRef idx="1">
            <a:schemeClr val="accent1"/>
          </a:effectRef>
          <a:fontRef idx="minor">
            <a:schemeClr val="tx1"/>
          </a:fontRef>
        </p:style>
      </p:cxnSp>
      <p:sp>
        <p:nvSpPr>
          <p:cNvPr id="40" name="text_39">
            <a:extLst>
              <a:ext uri="{FF2B5EF4-FFF2-40B4-BE49-F238E27FC236}">
                <a16:creationId xmlns:a16="http://schemas.microsoft.com/office/drawing/2014/main" id="{B9A84FA3-B0C1-3A90-40F4-2095F1912E5E}"/>
              </a:ext>
            </a:extLst>
          </p:cNvPr>
          <p:cNvSpPr txBox="1"/>
          <p:nvPr/>
        </p:nvSpPr>
        <p:spPr>
          <a:xfrm>
            <a:off x="2330450" y="5422899"/>
            <a:ext cx="1524000" cy="4064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q₁ (rad)</a:t>
            </a:r>
          </a:p>
        </p:txBody>
      </p:sp>
      <p:sp>
        <p:nvSpPr>
          <p:cNvPr id="41" name="text_40">
            <a:extLst>
              <a:ext uri="{FF2B5EF4-FFF2-40B4-BE49-F238E27FC236}">
                <a16:creationId xmlns:a16="http://schemas.microsoft.com/office/drawing/2014/main" id="{5A8F7924-6A37-75BC-0FE2-02808161EC71}"/>
              </a:ext>
            </a:extLst>
          </p:cNvPr>
          <p:cNvSpPr txBox="1"/>
          <p:nvPr/>
        </p:nvSpPr>
        <p:spPr>
          <a:xfrm>
            <a:off x="838200" y="2616199"/>
            <a:ext cx="482600" cy="431800"/>
          </a:xfrm>
          <a:prstGeom prst="rect">
            <a:avLst/>
          </a:prstGeom>
          <a:noFill/>
        </p:spPr>
        <p:txBody>
          <a:bodyPr vert="horz" wrap="square" lIns="0" tIns="0" rIns="0" bIns="0" rtlCol="0" anchor="t">
            <a:noAutofit/>
          </a:bodyPr>
          <a:lstStyle/>
          <a:p>
            <a:r>
              <a:rPr lang="el-GR" sz="2400">
                <a:solidFill>
                  <a:srgbClr val="526477"/>
                </a:solidFill>
                <a:latin typeface="Aptos" panose="020B0004020202020204" pitchFamily="34" charset="0"/>
              </a:rPr>
              <a:t>π</a:t>
            </a:r>
            <a:endParaRPr lang="en-IL" sz="2400">
              <a:solidFill>
                <a:srgbClr val="526477"/>
              </a:solidFill>
              <a:latin typeface="Aptos" panose="020B0004020202020204" pitchFamily="34" charset="0"/>
            </a:endParaRPr>
          </a:p>
        </p:txBody>
      </p:sp>
      <p:sp>
        <p:nvSpPr>
          <p:cNvPr id="42" name="text_41">
            <a:extLst>
              <a:ext uri="{FF2B5EF4-FFF2-40B4-BE49-F238E27FC236}">
                <a16:creationId xmlns:a16="http://schemas.microsoft.com/office/drawing/2014/main" id="{359A9708-4D23-5F8F-52AA-4CDAD8739B30}"/>
              </a:ext>
            </a:extLst>
          </p:cNvPr>
          <p:cNvSpPr txBox="1"/>
          <p:nvPr/>
        </p:nvSpPr>
        <p:spPr>
          <a:xfrm>
            <a:off x="736600" y="5041899"/>
            <a:ext cx="546100" cy="431800"/>
          </a:xfrm>
          <a:prstGeom prst="rect">
            <a:avLst/>
          </a:prstGeom>
          <a:noFill/>
        </p:spPr>
        <p:txBody>
          <a:bodyPr vert="horz" wrap="square" lIns="0" tIns="0" rIns="0" bIns="0" rtlCol="0" anchor="t">
            <a:noAutofit/>
          </a:bodyPr>
          <a:lstStyle/>
          <a:p>
            <a:r>
              <a:rPr lang="el-GR" sz="2400">
                <a:solidFill>
                  <a:srgbClr val="526477"/>
                </a:solidFill>
                <a:latin typeface="Aptos" panose="020B0004020202020204" pitchFamily="34" charset="0"/>
              </a:rPr>
              <a:t>−π</a:t>
            </a:r>
            <a:endParaRPr lang="en-IL" sz="2400">
              <a:solidFill>
                <a:srgbClr val="526477"/>
              </a:solidFill>
              <a:latin typeface="Aptos" panose="020B0004020202020204" pitchFamily="34" charset="0"/>
            </a:endParaRPr>
          </a:p>
        </p:txBody>
      </p:sp>
      <p:sp>
        <p:nvSpPr>
          <p:cNvPr id="43" name="text_42">
            <a:extLst>
              <a:ext uri="{FF2B5EF4-FFF2-40B4-BE49-F238E27FC236}">
                <a16:creationId xmlns:a16="http://schemas.microsoft.com/office/drawing/2014/main" id="{9AD7934C-3D22-95DE-EEB5-61D20DB67C79}"/>
              </a:ext>
            </a:extLst>
          </p:cNvPr>
          <p:cNvSpPr txBox="1"/>
          <p:nvPr/>
        </p:nvSpPr>
        <p:spPr>
          <a:xfrm>
            <a:off x="4114800" y="2705099"/>
            <a:ext cx="1143000" cy="4064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q₂</a:t>
            </a:r>
          </a:p>
        </p:txBody>
      </p:sp>
      <p:sp>
        <p:nvSpPr>
          <p:cNvPr id="44" name="Oval 43">
            <a:extLst>
              <a:ext uri="{FF2B5EF4-FFF2-40B4-BE49-F238E27FC236}">
                <a16:creationId xmlns:a16="http://schemas.microsoft.com/office/drawing/2014/main" id="{07CD05A5-3EE7-2B72-D25A-CFB59DA11F39}"/>
              </a:ext>
            </a:extLst>
          </p:cNvPr>
          <p:cNvSpPr/>
          <p:nvPr/>
        </p:nvSpPr>
        <p:spPr>
          <a:xfrm>
            <a:off x="1867572" y="3158424"/>
            <a:ext cx="101600" cy="101599"/>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5" name="Oval 44">
            <a:extLst>
              <a:ext uri="{FF2B5EF4-FFF2-40B4-BE49-F238E27FC236}">
                <a16:creationId xmlns:a16="http://schemas.microsoft.com/office/drawing/2014/main" id="{34F4358A-DF2C-E5E1-BE7A-EF9577EE0F4B}"/>
              </a:ext>
            </a:extLst>
          </p:cNvPr>
          <p:cNvSpPr/>
          <p:nvPr/>
        </p:nvSpPr>
        <p:spPr>
          <a:xfrm>
            <a:off x="2187438" y="3286370"/>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6" name="Oval 45">
            <a:extLst>
              <a:ext uri="{FF2B5EF4-FFF2-40B4-BE49-F238E27FC236}">
                <a16:creationId xmlns:a16="http://schemas.microsoft.com/office/drawing/2014/main" id="{A1C17B97-96E0-D09D-E78A-BD8B42484941}"/>
              </a:ext>
            </a:extLst>
          </p:cNvPr>
          <p:cNvSpPr/>
          <p:nvPr/>
        </p:nvSpPr>
        <p:spPr>
          <a:xfrm>
            <a:off x="2422006" y="3158424"/>
            <a:ext cx="101600" cy="101599"/>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7" name="Oval 46">
            <a:extLst>
              <a:ext uri="{FF2B5EF4-FFF2-40B4-BE49-F238E27FC236}">
                <a16:creationId xmlns:a16="http://schemas.microsoft.com/office/drawing/2014/main" id="{76447C4E-D9AB-0F72-2186-66EA74D58FF0}"/>
              </a:ext>
            </a:extLst>
          </p:cNvPr>
          <p:cNvSpPr/>
          <p:nvPr/>
        </p:nvSpPr>
        <p:spPr>
          <a:xfrm>
            <a:off x="2613926" y="3115775"/>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8" name="Oval 47">
            <a:extLst>
              <a:ext uri="{FF2B5EF4-FFF2-40B4-BE49-F238E27FC236}">
                <a16:creationId xmlns:a16="http://schemas.microsoft.com/office/drawing/2014/main" id="{51147DD5-EF37-5D6F-9CD2-476034313275}"/>
              </a:ext>
            </a:extLst>
          </p:cNvPr>
          <p:cNvSpPr/>
          <p:nvPr/>
        </p:nvSpPr>
        <p:spPr>
          <a:xfrm>
            <a:off x="2720548" y="3030477"/>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9" name="Oval 48">
            <a:extLst>
              <a:ext uri="{FF2B5EF4-FFF2-40B4-BE49-F238E27FC236}">
                <a16:creationId xmlns:a16="http://schemas.microsoft.com/office/drawing/2014/main" id="{ADD02153-E350-6D2B-BF27-41B051B8AA5B}"/>
              </a:ext>
            </a:extLst>
          </p:cNvPr>
          <p:cNvSpPr/>
          <p:nvPr/>
        </p:nvSpPr>
        <p:spPr>
          <a:xfrm>
            <a:off x="2805845" y="3456965"/>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0" name="Oval 49">
            <a:extLst>
              <a:ext uri="{FF2B5EF4-FFF2-40B4-BE49-F238E27FC236}">
                <a16:creationId xmlns:a16="http://schemas.microsoft.com/office/drawing/2014/main" id="{43725477-BE0E-1385-B907-3A32F30285AD}"/>
              </a:ext>
            </a:extLst>
          </p:cNvPr>
          <p:cNvSpPr/>
          <p:nvPr/>
        </p:nvSpPr>
        <p:spPr>
          <a:xfrm>
            <a:off x="2891143" y="3670209"/>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1" name="Oval 50">
            <a:extLst>
              <a:ext uri="{FF2B5EF4-FFF2-40B4-BE49-F238E27FC236}">
                <a16:creationId xmlns:a16="http://schemas.microsoft.com/office/drawing/2014/main" id="{E79816C8-D7FD-7EC9-C134-9CB338261E2B}"/>
              </a:ext>
            </a:extLst>
          </p:cNvPr>
          <p:cNvSpPr/>
          <p:nvPr/>
        </p:nvSpPr>
        <p:spPr>
          <a:xfrm>
            <a:off x="2976440" y="4011399"/>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2" name="Oval 51">
            <a:extLst>
              <a:ext uri="{FF2B5EF4-FFF2-40B4-BE49-F238E27FC236}">
                <a16:creationId xmlns:a16="http://schemas.microsoft.com/office/drawing/2014/main" id="{BAA97ADA-81A6-6BAE-3039-E59B9136B3EA}"/>
              </a:ext>
            </a:extLst>
          </p:cNvPr>
          <p:cNvSpPr/>
          <p:nvPr/>
        </p:nvSpPr>
        <p:spPr>
          <a:xfrm>
            <a:off x="3019089" y="4267291"/>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3" name="Oval 52">
            <a:extLst>
              <a:ext uri="{FF2B5EF4-FFF2-40B4-BE49-F238E27FC236}">
                <a16:creationId xmlns:a16="http://schemas.microsoft.com/office/drawing/2014/main" id="{3FE20C9B-5EC4-9100-DA05-CFCFB85079D7}"/>
              </a:ext>
            </a:extLst>
          </p:cNvPr>
          <p:cNvSpPr/>
          <p:nvPr/>
        </p:nvSpPr>
        <p:spPr>
          <a:xfrm>
            <a:off x="3274981" y="4523184"/>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4" name="Oval 53">
            <a:extLst>
              <a:ext uri="{FF2B5EF4-FFF2-40B4-BE49-F238E27FC236}">
                <a16:creationId xmlns:a16="http://schemas.microsoft.com/office/drawing/2014/main" id="{D3F42C92-B4F2-88A9-7929-0F98C5A952CB}"/>
              </a:ext>
            </a:extLst>
          </p:cNvPr>
          <p:cNvSpPr/>
          <p:nvPr/>
        </p:nvSpPr>
        <p:spPr>
          <a:xfrm>
            <a:off x="3488225" y="3542262"/>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5" name="Oval 54">
            <a:extLst>
              <a:ext uri="{FF2B5EF4-FFF2-40B4-BE49-F238E27FC236}">
                <a16:creationId xmlns:a16="http://schemas.microsoft.com/office/drawing/2014/main" id="{59173D9C-3925-50E8-7416-DE862611BD7D}"/>
              </a:ext>
            </a:extLst>
          </p:cNvPr>
          <p:cNvSpPr/>
          <p:nvPr/>
        </p:nvSpPr>
        <p:spPr>
          <a:xfrm>
            <a:off x="1995519" y="4480535"/>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6" name="Oval 55">
            <a:extLst>
              <a:ext uri="{FF2B5EF4-FFF2-40B4-BE49-F238E27FC236}">
                <a16:creationId xmlns:a16="http://schemas.microsoft.com/office/drawing/2014/main" id="{0876EDCB-7138-1001-1439-C9D0C9203781}"/>
              </a:ext>
            </a:extLst>
          </p:cNvPr>
          <p:cNvSpPr/>
          <p:nvPr/>
        </p:nvSpPr>
        <p:spPr>
          <a:xfrm>
            <a:off x="2336709" y="4693779"/>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7" name="Oval 56">
            <a:extLst>
              <a:ext uri="{FF2B5EF4-FFF2-40B4-BE49-F238E27FC236}">
                <a16:creationId xmlns:a16="http://schemas.microsoft.com/office/drawing/2014/main" id="{D15A8E17-B291-5899-2050-53D1C040BDDB}"/>
              </a:ext>
            </a:extLst>
          </p:cNvPr>
          <p:cNvSpPr/>
          <p:nvPr/>
        </p:nvSpPr>
        <p:spPr>
          <a:xfrm>
            <a:off x="2549952" y="4907023"/>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8" name="Oval 57">
            <a:extLst>
              <a:ext uri="{FF2B5EF4-FFF2-40B4-BE49-F238E27FC236}">
                <a16:creationId xmlns:a16="http://schemas.microsoft.com/office/drawing/2014/main" id="{3AFC7018-547D-B41F-5690-327D287CD7A8}"/>
              </a:ext>
            </a:extLst>
          </p:cNvPr>
          <p:cNvSpPr/>
          <p:nvPr/>
        </p:nvSpPr>
        <p:spPr>
          <a:xfrm>
            <a:off x="2827169" y="4693779"/>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9" name="Oval 58">
            <a:extLst>
              <a:ext uri="{FF2B5EF4-FFF2-40B4-BE49-F238E27FC236}">
                <a16:creationId xmlns:a16="http://schemas.microsoft.com/office/drawing/2014/main" id="{00B1B79F-4463-AB24-F59F-C1112D133E78}"/>
              </a:ext>
            </a:extLst>
          </p:cNvPr>
          <p:cNvSpPr/>
          <p:nvPr/>
        </p:nvSpPr>
        <p:spPr>
          <a:xfrm>
            <a:off x="1654329" y="3798155"/>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0" name="Oval 59">
            <a:extLst>
              <a:ext uri="{FF2B5EF4-FFF2-40B4-BE49-F238E27FC236}">
                <a16:creationId xmlns:a16="http://schemas.microsoft.com/office/drawing/2014/main" id="{6A681B52-9A72-0445-1975-38FE1E5E5E0F}"/>
              </a:ext>
            </a:extLst>
          </p:cNvPr>
          <p:cNvSpPr/>
          <p:nvPr/>
        </p:nvSpPr>
        <p:spPr>
          <a:xfrm>
            <a:off x="2080816" y="3883452"/>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1" name="Oval 60">
            <a:extLst>
              <a:ext uri="{FF2B5EF4-FFF2-40B4-BE49-F238E27FC236}">
                <a16:creationId xmlns:a16="http://schemas.microsoft.com/office/drawing/2014/main" id="{511247CE-1754-DF2A-4B8E-C7792EC487E0}"/>
              </a:ext>
            </a:extLst>
          </p:cNvPr>
          <p:cNvSpPr/>
          <p:nvPr/>
        </p:nvSpPr>
        <p:spPr>
          <a:xfrm>
            <a:off x="2294060" y="3712857"/>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62" name="Straight Connector 61">
            <a:extLst>
              <a:ext uri="{FF2B5EF4-FFF2-40B4-BE49-F238E27FC236}">
                <a16:creationId xmlns:a16="http://schemas.microsoft.com/office/drawing/2014/main" id="{AB44BD7A-4C81-50C1-EB58-2B0C5AA3A175}"/>
              </a:ext>
            </a:extLst>
          </p:cNvPr>
          <p:cNvCxnSpPr/>
          <p:nvPr/>
        </p:nvCxnSpPr>
        <p:spPr>
          <a:xfrm flipH="1">
            <a:off x="2344860" y="3763657"/>
            <a:ext cx="42649" cy="0"/>
          </a:xfrm>
          <a:prstGeom prst="line">
            <a:avLst/>
          </a:prstGeom>
          <a:ln w="27940">
            <a:solidFill>
              <a:srgbClr val="E88932"/>
            </a:solidFill>
            <a:prstDash val="dash"/>
          </a:ln>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BDC9F165-3CCC-16F5-F594-6F3183AB630A}"/>
              </a:ext>
            </a:extLst>
          </p:cNvPr>
          <p:cNvCxnSpPr/>
          <p:nvPr/>
        </p:nvCxnSpPr>
        <p:spPr>
          <a:xfrm flipH="1">
            <a:off x="2131616" y="3763657"/>
            <a:ext cx="255893" cy="170595"/>
          </a:xfrm>
          <a:prstGeom prst="line">
            <a:avLst/>
          </a:prstGeom>
          <a:ln w="27940">
            <a:solidFill>
              <a:srgbClr val="E88932"/>
            </a:solidFill>
            <a:prstDash val="dash"/>
          </a:ln>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FA943928-9876-2C9B-95A8-EB6A2FFC6FA6}"/>
              </a:ext>
            </a:extLst>
          </p:cNvPr>
          <p:cNvCxnSpPr/>
          <p:nvPr/>
        </p:nvCxnSpPr>
        <p:spPr>
          <a:xfrm flipH="1" flipV="1">
            <a:off x="2238238" y="3337170"/>
            <a:ext cx="149271" cy="426487"/>
          </a:xfrm>
          <a:prstGeom prst="line">
            <a:avLst/>
          </a:prstGeom>
          <a:ln w="27940">
            <a:solidFill>
              <a:srgbClr val="E88932"/>
            </a:solidFill>
            <a:prstDash val="dash"/>
          </a:ln>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43D52AAC-59BC-B5A1-9C04-74ABC2D56599}"/>
              </a:ext>
            </a:extLst>
          </p:cNvPr>
          <p:cNvCxnSpPr/>
          <p:nvPr/>
        </p:nvCxnSpPr>
        <p:spPr>
          <a:xfrm flipV="1">
            <a:off x="2387509" y="3507765"/>
            <a:ext cx="469136" cy="255892"/>
          </a:xfrm>
          <a:prstGeom prst="line">
            <a:avLst/>
          </a:prstGeom>
          <a:ln w="27940">
            <a:solidFill>
              <a:srgbClr val="E88932"/>
            </a:solidFill>
            <a:prstDash val="dash"/>
          </a:ln>
        </p:spPr>
        <p:style>
          <a:lnRef idx="2">
            <a:schemeClr val="accent1"/>
          </a:lnRef>
          <a:fillRef idx="0">
            <a:schemeClr val="accent1"/>
          </a:fillRef>
          <a:effectRef idx="1">
            <a:schemeClr val="accent1"/>
          </a:effectRef>
          <a:fontRef idx="minor">
            <a:schemeClr val="tx1"/>
          </a:fontRef>
        </p:style>
      </p:cxnSp>
      <p:sp>
        <p:nvSpPr>
          <p:cNvPr id="66" name="Oval 65">
            <a:extLst>
              <a:ext uri="{FF2B5EF4-FFF2-40B4-BE49-F238E27FC236}">
                <a16:creationId xmlns:a16="http://schemas.microsoft.com/office/drawing/2014/main" id="{16023748-DAD8-D827-50A1-B3980EFE5343}"/>
              </a:ext>
            </a:extLst>
          </p:cNvPr>
          <p:cNvSpPr/>
          <p:nvPr/>
        </p:nvSpPr>
        <p:spPr>
          <a:xfrm>
            <a:off x="2298609" y="3674757"/>
            <a:ext cx="177800" cy="177800"/>
          </a:xfrm>
          <a:prstGeom prst="ellipse">
            <a:avLst/>
          </a:prstGeom>
          <a:solidFill>
            <a:srgbClr val="E889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7" name="text_66">
            <a:extLst>
              <a:ext uri="{FF2B5EF4-FFF2-40B4-BE49-F238E27FC236}">
                <a16:creationId xmlns:a16="http://schemas.microsoft.com/office/drawing/2014/main" id="{3D48F38D-8789-009B-CF70-A91951AAC38C}"/>
              </a:ext>
            </a:extLst>
          </p:cNvPr>
          <p:cNvSpPr txBox="1"/>
          <p:nvPr/>
        </p:nvSpPr>
        <p:spPr>
          <a:xfrm>
            <a:off x="685800" y="5816599"/>
            <a:ext cx="4533900" cy="431800"/>
          </a:xfrm>
          <a:prstGeom prst="rect">
            <a:avLst/>
          </a:prstGeom>
          <a:noFill/>
        </p:spPr>
        <p:txBody>
          <a:bodyPr vert="horz" wrap="square" lIns="0" tIns="0" rIns="0" bIns="0" rtlCol="0" anchor="t">
            <a:noAutofit/>
          </a:bodyPr>
          <a:lstStyle/>
          <a:p>
            <a:r>
              <a:rPr lang="pt-BR" sz="2700">
                <a:solidFill>
                  <a:srgbClr val="2459D3"/>
                </a:solidFill>
                <a:latin typeface="Cambria Math" panose="02040503050406030204" pitchFamily="18" charset="0"/>
              </a:rPr>
              <a:t>d(q,a) = ‖q−a‖₂</a:t>
            </a:r>
            <a:endParaRPr lang="en-IL" sz="2700">
              <a:solidFill>
                <a:srgbClr val="2459D3"/>
              </a:solidFill>
              <a:latin typeface="Cambria Math" panose="02040503050406030204" pitchFamily="18" charset="0"/>
            </a:endParaRPr>
          </a:p>
        </p:txBody>
      </p:sp>
      <p:sp>
        <p:nvSpPr>
          <p:cNvPr id="68" name="Rectangle: Rounded Corners 67">
            <a:extLst>
              <a:ext uri="{FF2B5EF4-FFF2-40B4-BE49-F238E27FC236}">
                <a16:creationId xmlns:a16="http://schemas.microsoft.com/office/drawing/2014/main" id="{243AB5E4-9306-B411-B73B-C6C60DEDFE7D}"/>
              </a:ext>
            </a:extLst>
          </p:cNvPr>
          <p:cNvSpPr/>
          <p:nvPr/>
        </p:nvSpPr>
        <p:spPr>
          <a:xfrm>
            <a:off x="5486400" y="2654300"/>
            <a:ext cx="6019800" cy="16510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9" name="text_68">
            <a:extLst>
              <a:ext uri="{FF2B5EF4-FFF2-40B4-BE49-F238E27FC236}">
                <a16:creationId xmlns:a16="http://schemas.microsoft.com/office/drawing/2014/main" id="{F0ADA386-15B8-CCF3-9828-D557A6232399}"/>
              </a:ext>
            </a:extLst>
          </p:cNvPr>
          <p:cNvSpPr txBox="1"/>
          <p:nvPr/>
        </p:nvSpPr>
        <p:spPr>
          <a:xfrm>
            <a:off x="5715000" y="2844799"/>
            <a:ext cx="55626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Implement</a:t>
            </a:r>
          </a:p>
        </p:txBody>
      </p:sp>
      <p:sp>
        <p:nvSpPr>
          <p:cNvPr id="70" name="text_69">
            <a:extLst>
              <a:ext uri="{FF2B5EF4-FFF2-40B4-BE49-F238E27FC236}">
                <a16:creationId xmlns:a16="http://schemas.microsoft.com/office/drawing/2014/main" id="{3C275570-C3F1-0126-AEB0-EE2FAFB757C1}"/>
              </a:ext>
            </a:extLst>
          </p:cNvPr>
          <p:cNvSpPr txBox="1"/>
          <p:nvPr/>
        </p:nvSpPr>
        <p:spPr>
          <a:xfrm>
            <a:off x="5715000" y="3467099"/>
            <a:ext cx="5562600" cy="787400"/>
          </a:xfrm>
          <a:prstGeom prst="rect">
            <a:avLst/>
          </a:prstGeom>
          <a:noFill/>
        </p:spPr>
        <p:txBody>
          <a:bodyPr vert="horz" wrap="square" lIns="0" tIns="0" rIns="0" bIns="0" rtlCol="0" anchor="t">
            <a:noAutofit/>
          </a:bodyPr>
          <a:lstStyle/>
          <a:p>
            <a:r>
              <a:rPr lang="fr-FR" sz="2400">
                <a:solidFill>
                  <a:srgbClr val="15283B"/>
                </a:solidFill>
                <a:latin typeface="Aptos" panose="020B0004020202020204" pitchFamily="34" charset="0"/>
              </a:rPr>
              <a:t>Sort joint-space distance; exclude self.</a:t>
            </a:r>
            <a:endParaRPr lang="en-IL" sz="2400">
              <a:solidFill>
                <a:srgbClr val="15283B"/>
              </a:solidFill>
              <a:latin typeface="Aptos" panose="020B0004020202020204" pitchFamily="34" charset="0"/>
            </a:endParaRPr>
          </a:p>
        </p:txBody>
      </p:sp>
      <p:sp>
        <p:nvSpPr>
          <p:cNvPr id="71" name="Rectangle: Rounded Corners 70">
            <a:extLst>
              <a:ext uri="{FF2B5EF4-FFF2-40B4-BE49-F238E27FC236}">
                <a16:creationId xmlns:a16="http://schemas.microsoft.com/office/drawing/2014/main" id="{A6A36EA9-B9EC-35FA-C93A-F735480F1FF0}"/>
              </a:ext>
            </a:extLst>
          </p:cNvPr>
          <p:cNvSpPr/>
          <p:nvPr/>
        </p:nvSpPr>
        <p:spPr>
          <a:xfrm>
            <a:off x="5486400" y="4470400"/>
            <a:ext cx="6019800" cy="16510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72" name="text_71">
            <a:extLst>
              <a:ext uri="{FF2B5EF4-FFF2-40B4-BE49-F238E27FC236}">
                <a16:creationId xmlns:a16="http://schemas.microsoft.com/office/drawing/2014/main" id="{B5A3E10C-AF9B-DC37-5A81-2F533C55AFDF}"/>
              </a:ext>
            </a:extLst>
          </p:cNvPr>
          <p:cNvSpPr txBox="1"/>
          <p:nvPr/>
        </p:nvSpPr>
        <p:spPr>
          <a:xfrm>
            <a:off x="5715000" y="4660899"/>
            <a:ext cx="55626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Check</a:t>
            </a:r>
          </a:p>
        </p:txBody>
      </p:sp>
      <p:sp>
        <p:nvSpPr>
          <p:cNvPr id="73" name="text_72">
            <a:extLst>
              <a:ext uri="{FF2B5EF4-FFF2-40B4-BE49-F238E27FC236}">
                <a16:creationId xmlns:a16="http://schemas.microsoft.com/office/drawing/2014/main" id="{68E82FD0-35E2-1D8B-0A11-50177F0688F9}"/>
              </a:ext>
            </a:extLst>
          </p:cNvPr>
          <p:cNvSpPr txBox="1"/>
          <p:nvPr/>
        </p:nvSpPr>
        <p:spPr>
          <a:xfrm>
            <a:off x="5715000" y="5283199"/>
            <a:ext cx="5562600" cy="7874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Known ordering; fewer than k vertices.</a:t>
            </a:r>
            <a:endParaRPr lang="en-IL" sz="2400">
              <a:solidFill>
                <a:srgbClr val="15283B"/>
              </a:solidFill>
              <a:latin typeface="Aptos" panose="020B0004020202020204" pitchFamily="34" charset="0"/>
            </a:endParaRPr>
          </a:p>
        </p:txBody>
      </p:sp>
    </p:spTree>
    <p:extLst>
      <p:ext uri="{BB962C8B-B14F-4D97-AF65-F5344CB8AC3E}">
        <p14:creationId xmlns:p14="http://schemas.microsoft.com/office/powerpoint/2010/main" val="42237536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6F97A442-CABB-5E4B-74E6-FC18DEC8B025}"/>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04 / CONFIGURATION SPACE &amp; PRM</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4DC855AE-5B21-C93E-F640-A931A7A9B432}"/>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4 · Validate local motions</a:t>
            </a:r>
          </a:p>
        </p:txBody>
      </p:sp>
      <p:sp>
        <p:nvSpPr>
          <p:cNvPr id="4" name="text_3">
            <a:extLst>
              <a:ext uri="{FF2B5EF4-FFF2-40B4-BE49-F238E27FC236}">
                <a16:creationId xmlns:a16="http://schemas.microsoft.com/office/drawing/2014/main" id="{4158D615-068B-8B92-D48E-24A60F90AC79}"/>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Inspect configurations along the connection, including endpoints.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426CD1A2-B493-AA8E-38D0-28121BFBC5F5}"/>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015DED00-3D2C-4BD5-B22C-601BC8B185CE}"/>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Motion Planning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05A3B335-EA9A-E2D4-E429-CD3B177A378B}"/>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11</a:t>
            </a:r>
          </a:p>
        </p:txBody>
      </p:sp>
      <p:sp>
        <p:nvSpPr>
          <p:cNvPr id="8" name="Rectangle 7">
            <a:extLst>
              <a:ext uri="{FF2B5EF4-FFF2-40B4-BE49-F238E27FC236}">
                <a16:creationId xmlns:a16="http://schemas.microsoft.com/office/drawing/2014/main" id="{7927510B-B716-CC75-930D-BEEDCD10869E}"/>
              </a:ext>
            </a:extLst>
          </p:cNvPr>
          <p:cNvSpPr/>
          <p:nvPr/>
        </p:nvSpPr>
        <p:spPr>
          <a:xfrm>
            <a:off x="1346200" y="2679700"/>
            <a:ext cx="2679700" cy="26797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Rectangle 8">
            <a:extLst>
              <a:ext uri="{FF2B5EF4-FFF2-40B4-BE49-F238E27FC236}">
                <a16:creationId xmlns:a16="http://schemas.microsoft.com/office/drawing/2014/main" id="{55C6301D-F28F-C22C-3E58-DD46E011A522}"/>
              </a:ext>
            </a:extLst>
          </p:cNvPr>
          <p:cNvSpPr/>
          <p:nvPr/>
        </p:nvSpPr>
        <p:spPr>
          <a:xfrm>
            <a:off x="2310892" y="3322828"/>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 name="Rectangle 9">
            <a:extLst>
              <a:ext uri="{FF2B5EF4-FFF2-40B4-BE49-F238E27FC236}">
                <a16:creationId xmlns:a16="http://schemas.microsoft.com/office/drawing/2014/main" id="{4B843CD4-4671-F3A2-EEF1-5F1170CA067B}"/>
              </a:ext>
            </a:extLst>
          </p:cNvPr>
          <p:cNvSpPr/>
          <p:nvPr/>
        </p:nvSpPr>
        <p:spPr>
          <a:xfrm>
            <a:off x="2418080" y="3322828"/>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Rectangle 10">
            <a:extLst>
              <a:ext uri="{FF2B5EF4-FFF2-40B4-BE49-F238E27FC236}">
                <a16:creationId xmlns:a16="http://schemas.microsoft.com/office/drawing/2014/main" id="{B15474A0-5DF1-05BB-9201-9BD7CBDC4C48}"/>
              </a:ext>
            </a:extLst>
          </p:cNvPr>
          <p:cNvSpPr/>
          <p:nvPr/>
        </p:nvSpPr>
        <p:spPr>
          <a:xfrm>
            <a:off x="2418080" y="3430016"/>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Rectangle 11">
            <a:extLst>
              <a:ext uri="{FF2B5EF4-FFF2-40B4-BE49-F238E27FC236}">
                <a16:creationId xmlns:a16="http://schemas.microsoft.com/office/drawing/2014/main" id="{ABAA4A13-24F2-7D24-441E-EFBBC5ECF20C}"/>
              </a:ext>
            </a:extLst>
          </p:cNvPr>
          <p:cNvSpPr/>
          <p:nvPr/>
        </p:nvSpPr>
        <p:spPr>
          <a:xfrm>
            <a:off x="2525268" y="3430016"/>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Rectangle 12">
            <a:extLst>
              <a:ext uri="{FF2B5EF4-FFF2-40B4-BE49-F238E27FC236}">
                <a16:creationId xmlns:a16="http://schemas.microsoft.com/office/drawing/2014/main" id="{980D7DDD-6885-7B8C-7907-E09527305C8E}"/>
              </a:ext>
            </a:extLst>
          </p:cNvPr>
          <p:cNvSpPr/>
          <p:nvPr/>
        </p:nvSpPr>
        <p:spPr>
          <a:xfrm>
            <a:off x="2418080" y="3537204"/>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Rectangle 13">
            <a:extLst>
              <a:ext uri="{FF2B5EF4-FFF2-40B4-BE49-F238E27FC236}">
                <a16:creationId xmlns:a16="http://schemas.microsoft.com/office/drawing/2014/main" id="{862D1C55-71B9-C83E-30C9-AD17AA9D7C82}"/>
              </a:ext>
            </a:extLst>
          </p:cNvPr>
          <p:cNvSpPr/>
          <p:nvPr/>
        </p:nvSpPr>
        <p:spPr>
          <a:xfrm>
            <a:off x="2525268" y="3537204"/>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Rectangle 14">
            <a:extLst>
              <a:ext uri="{FF2B5EF4-FFF2-40B4-BE49-F238E27FC236}">
                <a16:creationId xmlns:a16="http://schemas.microsoft.com/office/drawing/2014/main" id="{2B5E7C65-FAC0-30E5-18B2-24EFCA74A294}"/>
              </a:ext>
            </a:extLst>
          </p:cNvPr>
          <p:cNvSpPr/>
          <p:nvPr/>
        </p:nvSpPr>
        <p:spPr>
          <a:xfrm>
            <a:off x="2525268" y="3644392"/>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6" name="Rectangle 15">
            <a:extLst>
              <a:ext uri="{FF2B5EF4-FFF2-40B4-BE49-F238E27FC236}">
                <a16:creationId xmlns:a16="http://schemas.microsoft.com/office/drawing/2014/main" id="{C00ED65E-155F-8C9A-7DC1-7D3E24C8277A}"/>
              </a:ext>
            </a:extLst>
          </p:cNvPr>
          <p:cNvSpPr/>
          <p:nvPr/>
        </p:nvSpPr>
        <p:spPr>
          <a:xfrm>
            <a:off x="2632456" y="3644392"/>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Rectangle 16">
            <a:extLst>
              <a:ext uri="{FF2B5EF4-FFF2-40B4-BE49-F238E27FC236}">
                <a16:creationId xmlns:a16="http://schemas.microsoft.com/office/drawing/2014/main" id="{CC35A73D-819A-B03F-A6A8-B5EE3707A004}"/>
              </a:ext>
            </a:extLst>
          </p:cNvPr>
          <p:cNvSpPr/>
          <p:nvPr/>
        </p:nvSpPr>
        <p:spPr>
          <a:xfrm>
            <a:off x="2525268" y="3751580"/>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8" name="Rectangle 17">
            <a:extLst>
              <a:ext uri="{FF2B5EF4-FFF2-40B4-BE49-F238E27FC236}">
                <a16:creationId xmlns:a16="http://schemas.microsoft.com/office/drawing/2014/main" id="{19A9163E-0CCE-7C2F-793D-EF19B337C582}"/>
              </a:ext>
            </a:extLst>
          </p:cNvPr>
          <p:cNvSpPr/>
          <p:nvPr/>
        </p:nvSpPr>
        <p:spPr>
          <a:xfrm>
            <a:off x="2632456" y="3751580"/>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9" name="Rectangle 18">
            <a:extLst>
              <a:ext uri="{FF2B5EF4-FFF2-40B4-BE49-F238E27FC236}">
                <a16:creationId xmlns:a16="http://schemas.microsoft.com/office/drawing/2014/main" id="{9319C567-159A-D91F-D250-121897A43BB5}"/>
              </a:ext>
            </a:extLst>
          </p:cNvPr>
          <p:cNvSpPr/>
          <p:nvPr/>
        </p:nvSpPr>
        <p:spPr>
          <a:xfrm>
            <a:off x="2525268" y="3858768"/>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0" name="Rectangle 19">
            <a:extLst>
              <a:ext uri="{FF2B5EF4-FFF2-40B4-BE49-F238E27FC236}">
                <a16:creationId xmlns:a16="http://schemas.microsoft.com/office/drawing/2014/main" id="{ADA308B1-3556-B79B-2435-9BA82DE9C047}"/>
              </a:ext>
            </a:extLst>
          </p:cNvPr>
          <p:cNvSpPr/>
          <p:nvPr/>
        </p:nvSpPr>
        <p:spPr>
          <a:xfrm>
            <a:off x="2632456" y="3858768"/>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1" name="Rectangle 20">
            <a:extLst>
              <a:ext uri="{FF2B5EF4-FFF2-40B4-BE49-F238E27FC236}">
                <a16:creationId xmlns:a16="http://schemas.microsoft.com/office/drawing/2014/main" id="{C1C2240C-520B-DD91-23AB-162A495BEC40}"/>
              </a:ext>
            </a:extLst>
          </p:cNvPr>
          <p:cNvSpPr/>
          <p:nvPr/>
        </p:nvSpPr>
        <p:spPr>
          <a:xfrm>
            <a:off x="2632456" y="3965956"/>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2" name="Rectangle 21">
            <a:extLst>
              <a:ext uri="{FF2B5EF4-FFF2-40B4-BE49-F238E27FC236}">
                <a16:creationId xmlns:a16="http://schemas.microsoft.com/office/drawing/2014/main" id="{0649B9F8-E011-DA2F-086E-C32096A7E5AA}"/>
              </a:ext>
            </a:extLst>
          </p:cNvPr>
          <p:cNvSpPr/>
          <p:nvPr/>
        </p:nvSpPr>
        <p:spPr>
          <a:xfrm>
            <a:off x="2632456" y="4073144"/>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3" name="Rectangle 22">
            <a:extLst>
              <a:ext uri="{FF2B5EF4-FFF2-40B4-BE49-F238E27FC236}">
                <a16:creationId xmlns:a16="http://schemas.microsoft.com/office/drawing/2014/main" id="{9603D67C-5B10-0C63-94CD-ADCD7CBA76FC}"/>
              </a:ext>
            </a:extLst>
          </p:cNvPr>
          <p:cNvSpPr/>
          <p:nvPr/>
        </p:nvSpPr>
        <p:spPr>
          <a:xfrm>
            <a:off x="2739644" y="4073144"/>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4" name="Rectangle 23">
            <a:extLst>
              <a:ext uri="{FF2B5EF4-FFF2-40B4-BE49-F238E27FC236}">
                <a16:creationId xmlns:a16="http://schemas.microsoft.com/office/drawing/2014/main" id="{BA535957-05FB-A267-95D8-F7DC9D80BA98}"/>
              </a:ext>
            </a:extLst>
          </p:cNvPr>
          <p:cNvSpPr/>
          <p:nvPr/>
        </p:nvSpPr>
        <p:spPr>
          <a:xfrm>
            <a:off x="2632456" y="4180332"/>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5" name="Rectangle 24">
            <a:extLst>
              <a:ext uri="{FF2B5EF4-FFF2-40B4-BE49-F238E27FC236}">
                <a16:creationId xmlns:a16="http://schemas.microsoft.com/office/drawing/2014/main" id="{B41E1F0B-6AE1-F29E-2942-B479E87EE880}"/>
              </a:ext>
            </a:extLst>
          </p:cNvPr>
          <p:cNvSpPr/>
          <p:nvPr/>
        </p:nvSpPr>
        <p:spPr>
          <a:xfrm>
            <a:off x="2739644" y="4180332"/>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6" name="Rectangle 25">
            <a:extLst>
              <a:ext uri="{FF2B5EF4-FFF2-40B4-BE49-F238E27FC236}">
                <a16:creationId xmlns:a16="http://schemas.microsoft.com/office/drawing/2014/main" id="{BD9D9F7E-B15B-3D80-B763-3A5C1B091772}"/>
              </a:ext>
            </a:extLst>
          </p:cNvPr>
          <p:cNvSpPr/>
          <p:nvPr/>
        </p:nvSpPr>
        <p:spPr>
          <a:xfrm>
            <a:off x="2632456" y="4287520"/>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7" name="Rectangle 26">
            <a:extLst>
              <a:ext uri="{FF2B5EF4-FFF2-40B4-BE49-F238E27FC236}">
                <a16:creationId xmlns:a16="http://schemas.microsoft.com/office/drawing/2014/main" id="{51FFC448-385D-8A2E-8386-C2BFFD9A5119}"/>
              </a:ext>
            </a:extLst>
          </p:cNvPr>
          <p:cNvSpPr/>
          <p:nvPr/>
        </p:nvSpPr>
        <p:spPr>
          <a:xfrm>
            <a:off x="2739644" y="4287520"/>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8" name="Rectangle 27">
            <a:extLst>
              <a:ext uri="{FF2B5EF4-FFF2-40B4-BE49-F238E27FC236}">
                <a16:creationId xmlns:a16="http://schemas.microsoft.com/office/drawing/2014/main" id="{ED2EDF27-5B95-48A5-5A2E-080D0B82DF92}"/>
              </a:ext>
            </a:extLst>
          </p:cNvPr>
          <p:cNvSpPr/>
          <p:nvPr/>
        </p:nvSpPr>
        <p:spPr>
          <a:xfrm>
            <a:off x="2739644" y="4394708"/>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9" name="Rectangle 28">
            <a:extLst>
              <a:ext uri="{FF2B5EF4-FFF2-40B4-BE49-F238E27FC236}">
                <a16:creationId xmlns:a16="http://schemas.microsoft.com/office/drawing/2014/main" id="{FE954B97-E3CE-A84B-974A-C55EDC990B4C}"/>
              </a:ext>
            </a:extLst>
          </p:cNvPr>
          <p:cNvSpPr/>
          <p:nvPr/>
        </p:nvSpPr>
        <p:spPr>
          <a:xfrm>
            <a:off x="2846832" y="4394708"/>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0" name="Rectangle 29">
            <a:extLst>
              <a:ext uri="{FF2B5EF4-FFF2-40B4-BE49-F238E27FC236}">
                <a16:creationId xmlns:a16="http://schemas.microsoft.com/office/drawing/2014/main" id="{DAE49AA3-F1D7-FD48-94C4-BDDC86C62883}"/>
              </a:ext>
            </a:extLst>
          </p:cNvPr>
          <p:cNvSpPr/>
          <p:nvPr/>
        </p:nvSpPr>
        <p:spPr>
          <a:xfrm>
            <a:off x="2739644" y="4501896"/>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1" name="Rectangle 30">
            <a:extLst>
              <a:ext uri="{FF2B5EF4-FFF2-40B4-BE49-F238E27FC236}">
                <a16:creationId xmlns:a16="http://schemas.microsoft.com/office/drawing/2014/main" id="{F56ACA90-33B2-9F77-90AF-63DB0EA23136}"/>
              </a:ext>
            </a:extLst>
          </p:cNvPr>
          <p:cNvSpPr/>
          <p:nvPr/>
        </p:nvSpPr>
        <p:spPr>
          <a:xfrm>
            <a:off x="2846832" y="4501896"/>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2" name="Rectangle 31">
            <a:extLst>
              <a:ext uri="{FF2B5EF4-FFF2-40B4-BE49-F238E27FC236}">
                <a16:creationId xmlns:a16="http://schemas.microsoft.com/office/drawing/2014/main" id="{A22208CD-B1C6-0E05-03A9-965386B39D18}"/>
              </a:ext>
            </a:extLst>
          </p:cNvPr>
          <p:cNvSpPr/>
          <p:nvPr/>
        </p:nvSpPr>
        <p:spPr>
          <a:xfrm>
            <a:off x="2846832" y="4609084"/>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3" name="Rectangle 32">
            <a:extLst>
              <a:ext uri="{FF2B5EF4-FFF2-40B4-BE49-F238E27FC236}">
                <a16:creationId xmlns:a16="http://schemas.microsoft.com/office/drawing/2014/main" id="{ACEE0A80-6889-1189-8B6A-41801938DBCC}"/>
              </a:ext>
            </a:extLst>
          </p:cNvPr>
          <p:cNvSpPr/>
          <p:nvPr/>
        </p:nvSpPr>
        <p:spPr>
          <a:xfrm>
            <a:off x="2954020" y="4609084"/>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34" name="Straight Connector 33">
            <a:extLst>
              <a:ext uri="{FF2B5EF4-FFF2-40B4-BE49-F238E27FC236}">
                <a16:creationId xmlns:a16="http://schemas.microsoft.com/office/drawing/2014/main" id="{217A0E12-FE61-0CAC-647A-B10FE93DF2AB}"/>
              </a:ext>
            </a:extLst>
          </p:cNvPr>
          <p:cNvCxnSpPr/>
          <p:nvPr/>
        </p:nvCxnSpPr>
        <p:spPr>
          <a:xfrm>
            <a:off x="1346200" y="2679700"/>
            <a:ext cx="26797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79EB7A8E-25CA-02F5-0FA7-440D18DEBF94}"/>
              </a:ext>
            </a:extLst>
          </p:cNvPr>
          <p:cNvCxnSpPr/>
          <p:nvPr/>
        </p:nvCxnSpPr>
        <p:spPr>
          <a:xfrm>
            <a:off x="1346200" y="5359400"/>
            <a:ext cx="26797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7EC211CD-4347-25EC-4E10-EDF3F04AC467}"/>
              </a:ext>
            </a:extLst>
          </p:cNvPr>
          <p:cNvCxnSpPr/>
          <p:nvPr/>
        </p:nvCxnSpPr>
        <p:spPr>
          <a:xfrm>
            <a:off x="1346200" y="2679700"/>
            <a:ext cx="0" cy="267970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C2FE0F5C-1934-F5A7-9095-53AC90C0C16B}"/>
              </a:ext>
            </a:extLst>
          </p:cNvPr>
          <p:cNvCxnSpPr/>
          <p:nvPr/>
        </p:nvCxnSpPr>
        <p:spPr>
          <a:xfrm>
            <a:off x="4025900" y="2679700"/>
            <a:ext cx="0" cy="267970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C3503FBA-E1CF-A9FB-7ED0-632FBC6BCAC9}"/>
              </a:ext>
            </a:extLst>
          </p:cNvPr>
          <p:cNvCxnSpPr/>
          <p:nvPr/>
        </p:nvCxnSpPr>
        <p:spPr>
          <a:xfrm>
            <a:off x="2686050" y="2679700"/>
            <a:ext cx="0" cy="2679700"/>
          </a:xfrm>
          <a:prstGeom prst="line">
            <a:avLst/>
          </a:prstGeom>
          <a:ln w="27940">
            <a:solidFill>
              <a:srgbClr val="D7E0E9"/>
            </a:solidFill>
            <a:prstDash val="dash"/>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BFE71B22-FA9C-0AF0-8297-739A4BD152D0}"/>
              </a:ext>
            </a:extLst>
          </p:cNvPr>
          <p:cNvCxnSpPr/>
          <p:nvPr/>
        </p:nvCxnSpPr>
        <p:spPr>
          <a:xfrm>
            <a:off x="1346200" y="4019550"/>
            <a:ext cx="2679700" cy="0"/>
          </a:xfrm>
          <a:prstGeom prst="line">
            <a:avLst/>
          </a:prstGeom>
          <a:ln w="27940">
            <a:solidFill>
              <a:srgbClr val="D7E0E9"/>
            </a:solidFill>
            <a:prstDash val="dash"/>
          </a:ln>
        </p:spPr>
        <p:style>
          <a:lnRef idx="2">
            <a:schemeClr val="accent1"/>
          </a:lnRef>
          <a:fillRef idx="0">
            <a:schemeClr val="accent1"/>
          </a:fillRef>
          <a:effectRef idx="1">
            <a:schemeClr val="accent1"/>
          </a:effectRef>
          <a:fontRef idx="minor">
            <a:schemeClr val="tx1"/>
          </a:fontRef>
        </p:style>
      </p:cxnSp>
      <p:sp>
        <p:nvSpPr>
          <p:cNvPr id="40" name="text_39">
            <a:extLst>
              <a:ext uri="{FF2B5EF4-FFF2-40B4-BE49-F238E27FC236}">
                <a16:creationId xmlns:a16="http://schemas.microsoft.com/office/drawing/2014/main" id="{53B4EEC0-CDC5-5272-9962-94EA44BF7695}"/>
              </a:ext>
            </a:extLst>
          </p:cNvPr>
          <p:cNvSpPr txBox="1"/>
          <p:nvPr/>
        </p:nvSpPr>
        <p:spPr>
          <a:xfrm>
            <a:off x="2330450" y="5422899"/>
            <a:ext cx="1524000" cy="4064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q₁ (rad)</a:t>
            </a:r>
          </a:p>
        </p:txBody>
      </p:sp>
      <p:sp>
        <p:nvSpPr>
          <p:cNvPr id="41" name="text_40">
            <a:extLst>
              <a:ext uri="{FF2B5EF4-FFF2-40B4-BE49-F238E27FC236}">
                <a16:creationId xmlns:a16="http://schemas.microsoft.com/office/drawing/2014/main" id="{F736FC2B-0844-80CD-19FF-6E3F27913EC8}"/>
              </a:ext>
            </a:extLst>
          </p:cNvPr>
          <p:cNvSpPr txBox="1"/>
          <p:nvPr/>
        </p:nvSpPr>
        <p:spPr>
          <a:xfrm>
            <a:off x="838200" y="2616199"/>
            <a:ext cx="482600" cy="431800"/>
          </a:xfrm>
          <a:prstGeom prst="rect">
            <a:avLst/>
          </a:prstGeom>
          <a:noFill/>
        </p:spPr>
        <p:txBody>
          <a:bodyPr vert="horz" wrap="square" lIns="0" tIns="0" rIns="0" bIns="0" rtlCol="0" anchor="t">
            <a:noAutofit/>
          </a:bodyPr>
          <a:lstStyle/>
          <a:p>
            <a:r>
              <a:rPr lang="el-GR" sz="2400">
                <a:solidFill>
                  <a:srgbClr val="526477"/>
                </a:solidFill>
                <a:latin typeface="Aptos" panose="020B0004020202020204" pitchFamily="34" charset="0"/>
              </a:rPr>
              <a:t>π</a:t>
            </a:r>
            <a:endParaRPr lang="en-IL" sz="2400">
              <a:solidFill>
                <a:srgbClr val="526477"/>
              </a:solidFill>
              <a:latin typeface="Aptos" panose="020B0004020202020204" pitchFamily="34" charset="0"/>
            </a:endParaRPr>
          </a:p>
        </p:txBody>
      </p:sp>
      <p:sp>
        <p:nvSpPr>
          <p:cNvPr id="42" name="text_41">
            <a:extLst>
              <a:ext uri="{FF2B5EF4-FFF2-40B4-BE49-F238E27FC236}">
                <a16:creationId xmlns:a16="http://schemas.microsoft.com/office/drawing/2014/main" id="{78CEAD0B-5F02-5884-60BB-9F9FBF47BCDD}"/>
              </a:ext>
            </a:extLst>
          </p:cNvPr>
          <p:cNvSpPr txBox="1"/>
          <p:nvPr/>
        </p:nvSpPr>
        <p:spPr>
          <a:xfrm>
            <a:off x="736600" y="5041899"/>
            <a:ext cx="546100" cy="431800"/>
          </a:xfrm>
          <a:prstGeom prst="rect">
            <a:avLst/>
          </a:prstGeom>
          <a:noFill/>
        </p:spPr>
        <p:txBody>
          <a:bodyPr vert="horz" wrap="square" lIns="0" tIns="0" rIns="0" bIns="0" rtlCol="0" anchor="t">
            <a:noAutofit/>
          </a:bodyPr>
          <a:lstStyle/>
          <a:p>
            <a:r>
              <a:rPr lang="el-GR" sz="2400">
                <a:solidFill>
                  <a:srgbClr val="526477"/>
                </a:solidFill>
                <a:latin typeface="Aptos" panose="020B0004020202020204" pitchFamily="34" charset="0"/>
              </a:rPr>
              <a:t>−π</a:t>
            </a:r>
            <a:endParaRPr lang="en-IL" sz="2400">
              <a:solidFill>
                <a:srgbClr val="526477"/>
              </a:solidFill>
              <a:latin typeface="Aptos" panose="020B0004020202020204" pitchFamily="34" charset="0"/>
            </a:endParaRPr>
          </a:p>
        </p:txBody>
      </p:sp>
      <p:sp>
        <p:nvSpPr>
          <p:cNvPr id="43" name="text_42">
            <a:extLst>
              <a:ext uri="{FF2B5EF4-FFF2-40B4-BE49-F238E27FC236}">
                <a16:creationId xmlns:a16="http://schemas.microsoft.com/office/drawing/2014/main" id="{40EC45C3-8D66-AEB0-ADE1-48746FA490E1}"/>
              </a:ext>
            </a:extLst>
          </p:cNvPr>
          <p:cNvSpPr txBox="1"/>
          <p:nvPr/>
        </p:nvSpPr>
        <p:spPr>
          <a:xfrm>
            <a:off x="4114800" y="2705099"/>
            <a:ext cx="1143000" cy="4064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q₂</a:t>
            </a:r>
          </a:p>
        </p:txBody>
      </p:sp>
      <p:cxnSp>
        <p:nvCxnSpPr>
          <p:cNvPr id="44" name="Straight Connector 43">
            <a:extLst>
              <a:ext uri="{FF2B5EF4-FFF2-40B4-BE49-F238E27FC236}">
                <a16:creationId xmlns:a16="http://schemas.microsoft.com/office/drawing/2014/main" id="{DB53341D-1599-2CC6-C053-BE2451B4F984}"/>
              </a:ext>
            </a:extLst>
          </p:cNvPr>
          <p:cNvCxnSpPr/>
          <p:nvPr/>
        </p:nvCxnSpPr>
        <p:spPr>
          <a:xfrm>
            <a:off x="2387509" y="3763657"/>
            <a:ext cx="597082" cy="511786"/>
          </a:xfrm>
          <a:prstGeom prst="line">
            <a:avLst/>
          </a:prstGeom>
          <a:ln w="27940">
            <a:solidFill>
              <a:srgbClr val="C43C47"/>
            </a:solidFill>
          </a:ln>
        </p:spPr>
        <p:style>
          <a:lnRef idx="2">
            <a:schemeClr val="accent1"/>
          </a:lnRef>
          <a:fillRef idx="0">
            <a:schemeClr val="accent1"/>
          </a:fillRef>
          <a:effectRef idx="1">
            <a:schemeClr val="accent1"/>
          </a:effectRef>
          <a:fontRef idx="minor">
            <a:schemeClr val="tx1"/>
          </a:fontRef>
        </p:style>
      </p:cxnSp>
      <p:sp>
        <p:nvSpPr>
          <p:cNvPr id="45" name="Oval 44">
            <a:extLst>
              <a:ext uri="{FF2B5EF4-FFF2-40B4-BE49-F238E27FC236}">
                <a16:creationId xmlns:a16="http://schemas.microsoft.com/office/drawing/2014/main" id="{540F101A-70A2-C19E-9878-D14FF0BF9756}"/>
              </a:ext>
            </a:extLst>
          </p:cNvPr>
          <p:cNvSpPr/>
          <p:nvPr/>
        </p:nvSpPr>
        <p:spPr>
          <a:xfrm>
            <a:off x="2349409" y="3725557"/>
            <a:ext cx="76200" cy="762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6" name="Oval 45">
            <a:extLst>
              <a:ext uri="{FF2B5EF4-FFF2-40B4-BE49-F238E27FC236}">
                <a16:creationId xmlns:a16="http://schemas.microsoft.com/office/drawing/2014/main" id="{D906C3B2-0B7E-EC37-C2D8-FF1D91F2A7BF}"/>
              </a:ext>
            </a:extLst>
          </p:cNvPr>
          <p:cNvSpPr/>
          <p:nvPr/>
        </p:nvSpPr>
        <p:spPr>
          <a:xfrm>
            <a:off x="2392057" y="3762113"/>
            <a:ext cx="76200" cy="762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7" name="Oval 46">
            <a:extLst>
              <a:ext uri="{FF2B5EF4-FFF2-40B4-BE49-F238E27FC236}">
                <a16:creationId xmlns:a16="http://schemas.microsoft.com/office/drawing/2014/main" id="{1AFC217E-F41F-CDD1-9A74-8E38C44D698F}"/>
              </a:ext>
            </a:extLst>
          </p:cNvPr>
          <p:cNvSpPr/>
          <p:nvPr/>
        </p:nvSpPr>
        <p:spPr>
          <a:xfrm>
            <a:off x="2434706" y="3798670"/>
            <a:ext cx="76200" cy="762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8" name="Oval 47">
            <a:extLst>
              <a:ext uri="{FF2B5EF4-FFF2-40B4-BE49-F238E27FC236}">
                <a16:creationId xmlns:a16="http://schemas.microsoft.com/office/drawing/2014/main" id="{4DD6C161-D869-D849-D689-585CE551550E}"/>
              </a:ext>
            </a:extLst>
          </p:cNvPr>
          <p:cNvSpPr/>
          <p:nvPr/>
        </p:nvSpPr>
        <p:spPr>
          <a:xfrm>
            <a:off x="2477355" y="3835226"/>
            <a:ext cx="76200" cy="762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9" name="Oval 48">
            <a:extLst>
              <a:ext uri="{FF2B5EF4-FFF2-40B4-BE49-F238E27FC236}">
                <a16:creationId xmlns:a16="http://schemas.microsoft.com/office/drawing/2014/main" id="{ADB3CD68-973A-6D70-84EE-F49540416DE8}"/>
              </a:ext>
            </a:extLst>
          </p:cNvPr>
          <p:cNvSpPr/>
          <p:nvPr/>
        </p:nvSpPr>
        <p:spPr>
          <a:xfrm>
            <a:off x="2520004" y="3871782"/>
            <a:ext cx="76200" cy="762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0" name="Oval 49">
            <a:extLst>
              <a:ext uri="{FF2B5EF4-FFF2-40B4-BE49-F238E27FC236}">
                <a16:creationId xmlns:a16="http://schemas.microsoft.com/office/drawing/2014/main" id="{02BEE141-82B4-3245-C23B-9166D77DA8FB}"/>
              </a:ext>
            </a:extLst>
          </p:cNvPr>
          <p:cNvSpPr/>
          <p:nvPr/>
        </p:nvSpPr>
        <p:spPr>
          <a:xfrm>
            <a:off x="2562652" y="3908338"/>
            <a:ext cx="76200" cy="76200"/>
          </a:xfrm>
          <a:prstGeom prst="ellipse">
            <a:avLst/>
          </a:prstGeom>
          <a:solidFill>
            <a:srgbClr val="C43C4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1" name="Oval 50">
            <a:extLst>
              <a:ext uri="{FF2B5EF4-FFF2-40B4-BE49-F238E27FC236}">
                <a16:creationId xmlns:a16="http://schemas.microsoft.com/office/drawing/2014/main" id="{1CB852D8-3EF9-ACAD-C6BC-C81A4548D8C8}"/>
              </a:ext>
            </a:extLst>
          </p:cNvPr>
          <p:cNvSpPr/>
          <p:nvPr/>
        </p:nvSpPr>
        <p:spPr>
          <a:xfrm>
            <a:off x="2605301" y="3944894"/>
            <a:ext cx="76200" cy="76200"/>
          </a:xfrm>
          <a:prstGeom prst="ellipse">
            <a:avLst/>
          </a:prstGeom>
          <a:solidFill>
            <a:srgbClr val="C43C4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2" name="Oval 51">
            <a:extLst>
              <a:ext uri="{FF2B5EF4-FFF2-40B4-BE49-F238E27FC236}">
                <a16:creationId xmlns:a16="http://schemas.microsoft.com/office/drawing/2014/main" id="{B1A9EA3E-CBE9-5FCB-4764-A0D75CA70CD1}"/>
              </a:ext>
            </a:extLst>
          </p:cNvPr>
          <p:cNvSpPr/>
          <p:nvPr/>
        </p:nvSpPr>
        <p:spPr>
          <a:xfrm>
            <a:off x="2647950" y="3981450"/>
            <a:ext cx="76200" cy="76200"/>
          </a:xfrm>
          <a:prstGeom prst="ellipse">
            <a:avLst/>
          </a:prstGeom>
          <a:solidFill>
            <a:srgbClr val="C43C4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3" name="Oval 52">
            <a:extLst>
              <a:ext uri="{FF2B5EF4-FFF2-40B4-BE49-F238E27FC236}">
                <a16:creationId xmlns:a16="http://schemas.microsoft.com/office/drawing/2014/main" id="{F927F26D-FF71-5FEA-539F-0CBEEFE03202}"/>
              </a:ext>
            </a:extLst>
          </p:cNvPr>
          <p:cNvSpPr/>
          <p:nvPr/>
        </p:nvSpPr>
        <p:spPr>
          <a:xfrm>
            <a:off x="2690599" y="4018006"/>
            <a:ext cx="76200" cy="76200"/>
          </a:xfrm>
          <a:prstGeom prst="ellipse">
            <a:avLst/>
          </a:prstGeom>
          <a:solidFill>
            <a:srgbClr val="C43C4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4" name="Oval 53">
            <a:extLst>
              <a:ext uri="{FF2B5EF4-FFF2-40B4-BE49-F238E27FC236}">
                <a16:creationId xmlns:a16="http://schemas.microsoft.com/office/drawing/2014/main" id="{F5E562B7-B432-F2FB-F358-507FE91F58A0}"/>
              </a:ext>
            </a:extLst>
          </p:cNvPr>
          <p:cNvSpPr/>
          <p:nvPr/>
        </p:nvSpPr>
        <p:spPr>
          <a:xfrm>
            <a:off x="2733248" y="4054562"/>
            <a:ext cx="76200" cy="76200"/>
          </a:xfrm>
          <a:prstGeom prst="ellipse">
            <a:avLst/>
          </a:prstGeom>
          <a:solidFill>
            <a:srgbClr val="C43C4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5" name="Oval 54">
            <a:extLst>
              <a:ext uri="{FF2B5EF4-FFF2-40B4-BE49-F238E27FC236}">
                <a16:creationId xmlns:a16="http://schemas.microsoft.com/office/drawing/2014/main" id="{07C8C34B-35DF-15A4-6BD2-BD10BF656A46}"/>
              </a:ext>
            </a:extLst>
          </p:cNvPr>
          <p:cNvSpPr/>
          <p:nvPr/>
        </p:nvSpPr>
        <p:spPr>
          <a:xfrm>
            <a:off x="2775896" y="4091118"/>
            <a:ext cx="76200" cy="762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6" name="Oval 55">
            <a:extLst>
              <a:ext uri="{FF2B5EF4-FFF2-40B4-BE49-F238E27FC236}">
                <a16:creationId xmlns:a16="http://schemas.microsoft.com/office/drawing/2014/main" id="{5B3F3AEB-5330-B7CC-4C8A-03C31A910D93}"/>
              </a:ext>
            </a:extLst>
          </p:cNvPr>
          <p:cNvSpPr/>
          <p:nvPr/>
        </p:nvSpPr>
        <p:spPr>
          <a:xfrm>
            <a:off x="2818545" y="4127674"/>
            <a:ext cx="76200" cy="762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7" name="Oval 56">
            <a:extLst>
              <a:ext uri="{FF2B5EF4-FFF2-40B4-BE49-F238E27FC236}">
                <a16:creationId xmlns:a16="http://schemas.microsoft.com/office/drawing/2014/main" id="{2553689F-5DA5-16C0-B9DE-9ADD26DD3379}"/>
              </a:ext>
            </a:extLst>
          </p:cNvPr>
          <p:cNvSpPr/>
          <p:nvPr/>
        </p:nvSpPr>
        <p:spPr>
          <a:xfrm>
            <a:off x="2861194" y="4164230"/>
            <a:ext cx="76200" cy="762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8" name="Oval 57">
            <a:extLst>
              <a:ext uri="{FF2B5EF4-FFF2-40B4-BE49-F238E27FC236}">
                <a16:creationId xmlns:a16="http://schemas.microsoft.com/office/drawing/2014/main" id="{426EE7C4-BBDD-3907-37B8-F2DCD630754B}"/>
              </a:ext>
            </a:extLst>
          </p:cNvPr>
          <p:cNvSpPr/>
          <p:nvPr/>
        </p:nvSpPr>
        <p:spPr>
          <a:xfrm>
            <a:off x="2903843" y="4200787"/>
            <a:ext cx="76200" cy="762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9" name="Oval 58">
            <a:extLst>
              <a:ext uri="{FF2B5EF4-FFF2-40B4-BE49-F238E27FC236}">
                <a16:creationId xmlns:a16="http://schemas.microsoft.com/office/drawing/2014/main" id="{F7654E85-C242-C124-1021-8FCE7E63E244}"/>
              </a:ext>
            </a:extLst>
          </p:cNvPr>
          <p:cNvSpPr/>
          <p:nvPr/>
        </p:nvSpPr>
        <p:spPr>
          <a:xfrm>
            <a:off x="2946491" y="4237343"/>
            <a:ext cx="76200" cy="762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0" name="text_59">
            <a:extLst>
              <a:ext uri="{FF2B5EF4-FFF2-40B4-BE49-F238E27FC236}">
                <a16:creationId xmlns:a16="http://schemas.microsoft.com/office/drawing/2014/main" id="{5F9E581F-C3C0-C4AF-1262-90A6FFB21544}"/>
              </a:ext>
            </a:extLst>
          </p:cNvPr>
          <p:cNvSpPr txBox="1"/>
          <p:nvPr/>
        </p:nvSpPr>
        <p:spPr>
          <a:xfrm>
            <a:off x="685800" y="5816599"/>
            <a:ext cx="4597400" cy="393700"/>
          </a:xfrm>
          <a:prstGeom prst="rect">
            <a:avLst/>
          </a:prstGeom>
          <a:noFill/>
        </p:spPr>
        <p:txBody>
          <a:bodyPr vert="horz" wrap="square" lIns="0" tIns="0" rIns="0" bIns="0" rtlCol="0" anchor="t">
            <a:noAutofit/>
          </a:bodyPr>
          <a:lstStyle/>
          <a:p>
            <a:r>
              <a:rPr lang="en-US" sz="2400" b="1">
                <a:solidFill>
                  <a:srgbClr val="2459D3"/>
                </a:solidFill>
                <a:latin typeface="Aptos" panose="020B0004020202020204" pitchFamily="34" charset="0"/>
              </a:rPr>
              <a:t>≤ 0.01 rad per joint per step</a:t>
            </a:r>
            <a:endParaRPr lang="en-IL" sz="2400" b="1">
              <a:solidFill>
                <a:srgbClr val="2459D3"/>
              </a:solidFill>
              <a:latin typeface="Aptos" panose="020B0004020202020204" pitchFamily="34" charset="0"/>
            </a:endParaRPr>
          </a:p>
        </p:txBody>
      </p:sp>
      <p:sp>
        <p:nvSpPr>
          <p:cNvPr id="61" name="Rectangle: Rounded Corners 60">
            <a:extLst>
              <a:ext uri="{FF2B5EF4-FFF2-40B4-BE49-F238E27FC236}">
                <a16:creationId xmlns:a16="http://schemas.microsoft.com/office/drawing/2014/main" id="{0D63D01A-7916-0313-82F9-585045326525}"/>
              </a:ext>
            </a:extLst>
          </p:cNvPr>
          <p:cNvSpPr/>
          <p:nvPr/>
        </p:nvSpPr>
        <p:spPr>
          <a:xfrm>
            <a:off x="5486400" y="2654300"/>
            <a:ext cx="6019800" cy="16510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2" name="text_61">
            <a:extLst>
              <a:ext uri="{FF2B5EF4-FFF2-40B4-BE49-F238E27FC236}">
                <a16:creationId xmlns:a16="http://schemas.microsoft.com/office/drawing/2014/main" id="{299AA143-2FBD-5D36-7358-F89BD52EAE7D}"/>
              </a:ext>
            </a:extLst>
          </p:cNvPr>
          <p:cNvSpPr txBox="1"/>
          <p:nvPr/>
        </p:nvSpPr>
        <p:spPr>
          <a:xfrm>
            <a:off x="5715000" y="2844799"/>
            <a:ext cx="55626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Implement</a:t>
            </a:r>
          </a:p>
        </p:txBody>
      </p:sp>
      <p:sp>
        <p:nvSpPr>
          <p:cNvPr id="63" name="text_62">
            <a:extLst>
              <a:ext uri="{FF2B5EF4-FFF2-40B4-BE49-F238E27FC236}">
                <a16:creationId xmlns:a16="http://schemas.microsoft.com/office/drawing/2014/main" id="{B84A5010-84EF-770C-42EC-012C421D27EE}"/>
              </a:ext>
            </a:extLst>
          </p:cNvPr>
          <p:cNvSpPr txBox="1"/>
          <p:nvPr/>
        </p:nvSpPr>
        <p:spPr>
          <a:xfrm>
            <a:off x="5715000" y="3467099"/>
            <a:ext cx="5562600" cy="7874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Interpolate; check every sampled pose.</a:t>
            </a:r>
            <a:endParaRPr lang="en-IL" sz="2400">
              <a:solidFill>
                <a:srgbClr val="15283B"/>
              </a:solidFill>
              <a:latin typeface="Aptos" panose="020B0004020202020204" pitchFamily="34" charset="0"/>
            </a:endParaRPr>
          </a:p>
        </p:txBody>
      </p:sp>
      <p:sp>
        <p:nvSpPr>
          <p:cNvPr id="64" name="Rectangle: Rounded Corners 63">
            <a:extLst>
              <a:ext uri="{FF2B5EF4-FFF2-40B4-BE49-F238E27FC236}">
                <a16:creationId xmlns:a16="http://schemas.microsoft.com/office/drawing/2014/main" id="{FE252716-601C-3CAC-5360-E032CF7BBF97}"/>
              </a:ext>
            </a:extLst>
          </p:cNvPr>
          <p:cNvSpPr/>
          <p:nvPr/>
        </p:nvSpPr>
        <p:spPr>
          <a:xfrm>
            <a:off x="5486400" y="4470400"/>
            <a:ext cx="6019800" cy="16510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5" name="text_64">
            <a:extLst>
              <a:ext uri="{FF2B5EF4-FFF2-40B4-BE49-F238E27FC236}">
                <a16:creationId xmlns:a16="http://schemas.microsoft.com/office/drawing/2014/main" id="{EE095E9B-F56B-AA63-9769-8279951D2070}"/>
              </a:ext>
            </a:extLst>
          </p:cNvPr>
          <p:cNvSpPr txBox="1"/>
          <p:nvPr/>
        </p:nvSpPr>
        <p:spPr>
          <a:xfrm>
            <a:off x="5715000" y="4660899"/>
            <a:ext cx="55626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Check</a:t>
            </a:r>
          </a:p>
        </p:txBody>
      </p:sp>
      <p:sp>
        <p:nvSpPr>
          <p:cNvPr id="66" name="text_65">
            <a:extLst>
              <a:ext uri="{FF2B5EF4-FFF2-40B4-BE49-F238E27FC236}">
                <a16:creationId xmlns:a16="http://schemas.microsoft.com/office/drawing/2014/main" id="{71788326-CBCA-0750-1789-B6BEB4939253}"/>
              </a:ext>
            </a:extLst>
          </p:cNvPr>
          <p:cNvSpPr txBox="1"/>
          <p:nvPr/>
        </p:nvSpPr>
        <p:spPr>
          <a:xfrm>
            <a:off x="5715000" y="5283199"/>
            <a:ext cx="5562600" cy="7874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Blocked midpoint; endpoint inclusion.</a:t>
            </a:r>
          </a:p>
        </p:txBody>
      </p:sp>
    </p:spTree>
    <p:extLst>
      <p:ext uri="{BB962C8B-B14F-4D97-AF65-F5344CB8AC3E}">
        <p14:creationId xmlns:p14="http://schemas.microsoft.com/office/powerpoint/2010/main" val="25296133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7FFB0064-6638-2FD7-A9F4-3037EB15774C}"/>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04 / CONFIGURATION SPACE &amp; PRM</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42777F9D-7820-9D5D-1318-3E3290FF8552}"/>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5 · Store the roadmap</a:t>
            </a:r>
          </a:p>
        </p:txBody>
      </p:sp>
      <p:sp>
        <p:nvSpPr>
          <p:cNvPr id="4" name="text_3">
            <a:extLst>
              <a:ext uri="{FF2B5EF4-FFF2-40B4-BE49-F238E27FC236}">
                <a16:creationId xmlns:a16="http://schemas.microsoft.com/office/drawing/2014/main" id="{AF10C913-A203-1B47-ED2E-3E5721923FB5}"/>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Configurations become vertices; validated motions become edges.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807C1771-BCE8-5D86-54EC-F01346B4B597}"/>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7B58BA42-6D55-A853-9851-F90A966238CC}"/>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Motion Planning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3AEC97EB-AC44-B082-4B95-F7178197A9AD}"/>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12</a:t>
            </a:r>
          </a:p>
        </p:txBody>
      </p:sp>
      <p:sp>
        <p:nvSpPr>
          <p:cNvPr id="8" name="Rectangle 7">
            <a:extLst>
              <a:ext uri="{FF2B5EF4-FFF2-40B4-BE49-F238E27FC236}">
                <a16:creationId xmlns:a16="http://schemas.microsoft.com/office/drawing/2014/main" id="{BB6F9CE7-23FB-6476-A75B-71C9AB2D793C}"/>
              </a:ext>
            </a:extLst>
          </p:cNvPr>
          <p:cNvSpPr/>
          <p:nvPr/>
        </p:nvSpPr>
        <p:spPr>
          <a:xfrm>
            <a:off x="1346200" y="2679700"/>
            <a:ext cx="2679700" cy="26797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Rectangle 8">
            <a:extLst>
              <a:ext uri="{FF2B5EF4-FFF2-40B4-BE49-F238E27FC236}">
                <a16:creationId xmlns:a16="http://schemas.microsoft.com/office/drawing/2014/main" id="{D0CB8AD8-B1AF-6AA9-D807-411B4A31E78C}"/>
              </a:ext>
            </a:extLst>
          </p:cNvPr>
          <p:cNvSpPr/>
          <p:nvPr/>
        </p:nvSpPr>
        <p:spPr>
          <a:xfrm>
            <a:off x="2310892" y="3322828"/>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 name="Rectangle 9">
            <a:extLst>
              <a:ext uri="{FF2B5EF4-FFF2-40B4-BE49-F238E27FC236}">
                <a16:creationId xmlns:a16="http://schemas.microsoft.com/office/drawing/2014/main" id="{45DEF134-C193-3B07-D996-56E171C30A4A}"/>
              </a:ext>
            </a:extLst>
          </p:cNvPr>
          <p:cNvSpPr/>
          <p:nvPr/>
        </p:nvSpPr>
        <p:spPr>
          <a:xfrm>
            <a:off x="2418080" y="3322828"/>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Rectangle 10">
            <a:extLst>
              <a:ext uri="{FF2B5EF4-FFF2-40B4-BE49-F238E27FC236}">
                <a16:creationId xmlns:a16="http://schemas.microsoft.com/office/drawing/2014/main" id="{FACC6047-54BC-8832-15BD-4E268A95D417}"/>
              </a:ext>
            </a:extLst>
          </p:cNvPr>
          <p:cNvSpPr/>
          <p:nvPr/>
        </p:nvSpPr>
        <p:spPr>
          <a:xfrm>
            <a:off x="2418080" y="3430016"/>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Rectangle 11">
            <a:extLst>
              <a:ext uri="{FF2B5EF4-FFF2-40B4-BE49-F238E27FC236}">
                <a16:creationId xmlns:a16="http://schemas.microsoft.com/office/drawing/2014/main" id="{1DC33C8C-6DEA-5916-C298-975DAAC93E3A}"/>
              </a:ext>
            </a:extLst>
          </p:cNvPr>
          <p:cNvSpPr/>
          <p:nvPr/>
        </p:nvSpPr>
        <p:spPr>
          <a:xfrm>
            <a:off x="2525268" y="3430016"/>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Rectangle 12">
            <a:extLst>
              <a:ext uri="{FF2B5EF4-FFF2-40B4-BE49-F238E27FC236}">
                <a16:creationId xmlns:a16="http://schemas.microsoft.com/office/drawing/2014/main" id="{649B10B5-69D1-A0CF-D91B-A02AA6629AD1}"/>
              </a:ext>
            </a:extLst>
          </p:cNvPr>
          <p:cNvSpPr/>
          <p:nvPr/>
        </p:nvSpPr>
        <p:spPr>
          <a:xfrm>
            <a:off x="2418080" y="3537204"/>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Rectangle 13">
            <a:extLst>
              <a:ext uri="{FF2B5EF4-FFF2-40B4-BE49-F238E27FC236}">
                <a16:creationId xmlns:a16="http://schemas.microsoft.com/office/drawing/2014/main" id="{8FA4C4B1-46FE-EB95-D557-9F4260240E6B}"/>
              </a:ext>
            </a:extLst>
          </p:cNvPr>
          <p:cNvSpPr/>
          <p:nvPr/>
        </p:nvSpPr>
        <p:spPr>
          <a:xfrm>
            <a:off x="2525268" y="3537204"/>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Rectangle 14">
            <a:extLst>
              <a:ext uri="{FF2B5EF4-FFF2-40B4-BE49-F238E27FC236}">
                <a16:creationId xmlns:a16="http://schemas.microsoft.com/office/drawing/2014/main" id="{CCD5445B-DF62-4919-C847-792B140E86EB}"/>
              </a:ext>
            </a:extLst>
          </p:cNvPr>
          <p:cNvSpPr/>
          <p:nvPr/>
        </p:nvSpPr>
        <p:spPr>
          <a:xfrm>
            <a:off x="2525268" y="3644392"/>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6" name="Rectangle 15">
            <a:extLst>
              <a:ext uri="{FF2B5EF4-FFF2-40B4-BE49-F238E27FC236}">
                <a16:creationId xmlns:a16="http://schemas.microsoft.com/office/drawing/2014/main" id="{9713E7E5-C83B-260A-57B6-A8F72A66A027}"/>
              </a:ext>
            </a:extLst>
          </p:cNvPr>
          <p:cNvSpPr/>
          <p:nvPr/>
        </p:nvSpPr>
        <p:spPr>
          <a:xfrm>
            <a:off x="2632456" y="3644392"/>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Rectangle 16">
            <a:extLst>
              <a:ext uri="{FF2B5EF4-FFF2-40B4-BE49-F238E27FC236}">
                <a16:creationId xmlns:a16="http://schemas.microsoft.com/office/drawing/2014/main" id="{747D902F-94DF-2CAA-383F-82F75EFA7227}"/>
              </a:ext>
            </a:extLst>
          </p:cNvPr>
          <p:cNvSpPr/>
          <p:nvPr/>
        </p:nvSpPr>
        <p:spPr>
          <a:xfrm>
            <a:off x="2525268" y="3751580"/>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8" name="Rectangle 17">
            <a:extLst>
              <a:ext uri="{FF2B5EF4-FFF2-40B4-BE49-F238E27FC236}">
                <a16:creationId xmlns:a16="http://schemas.microsoft.com/office/drawing/2014/main" id="{BDF74603-32FA-D35E-2685-9832EABB8DC4}"/>
              </a:ext>
            </a:extLst>
          </p:cNvPr>
          <p:cNvSpPr/>
          <p:nvPr/>
        </p:nvSpPr>
        <p:spPr>
          <a:xfrm>
            <a:off x="2632456" y="3751580"/>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9" name="Rectangle 18">
            <a:extLst>
              <a:ext uri="{FF2B5EF4-FFF2-40B4-BE49-F238E27FC236}">
                <a16:creationId xmlns:a16="http://schemas.microsoft.com/office/drawing/2014/main" id="{644A6F11-A639-89A3-0922-52B8665EEC03}"/>
              </a:ext>
            </a:extLst>
          </p:cNvPr>
          <p:cNvSpPr/>
          <p:nvPr/>
        </p:nvSpPr>
        <p:spPr>
          <a:xfrm>
            <a:off x="2525268" y="3858768"/>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0" name="Rectangle 19">
            <a:extLst>
              <a:ext uri="{FF2B5EF4-FFF2-40B4-BE49-F238E27FC236}">
                <a16:creationId xmlns:a16="http://schemas.microsoft.com/office/drawing/2014/main" id="{08CC411C-4F86-4AC8-07AD-11E14F5B99D8}"/>
              </a:ext>
            </a:extLst>
          </p:cNvPr>
          <p:cNvSpPr/>
          <p:nvPr/>
        </p:nvSpPr>
        <p:spPr>
          <a:xfrm>
            <a:off x="2632456" y="3858768"/>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1" name="Rectangle 20">
            <a:extLst>
              <a:ext uri="{FF2B5EF4-FFF2-40B4-BE49-F238E27FC236}">
                <a16:creationId xmlns:a16="http://schemas.microsoft.com/office/drawing/2014/main" id="{3C1CE3D1-5EFE-33D5-7596-D59DB392A453}"/>
              </a:ext>
            </a:extLst>
          </p:cNvPr>
          <p:cNvSpPr/>
          <p:nvPr/>
        </p:nvSpPr>
        <p:spPr>
          <a:xfrm>
            <a:off x="2632456" y="3965956"/>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2" name="Rectangle 21">
            <a:extLst>
              <a:ext uri="{FF2B5EF4-FFF2-40B4-BE49-F238E27FC236}">
                <a16:creationId xmlns:a16="http://schemas.microsoft.com/office/drawing/2014/main" id="{4F997FD9-C6C4-8BA2-C62C-EA46C8FE0319}"/>
              </a:ext>
            </a:extLst>
          </p:cNvPr>
          <p:cNvSpPr/>
          <p:nvPr/>
        </p:nvSpPr>
        <p:spPr>
          <a:xfrm>
            <a:off x="2632456" y="4073144"/>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3" name="Rectangle 22">
            <a:extLst>
              <a:ext uri="{FF2B5EF4-FFF2-40B4-BE49-F238E27FC236}">
                <a16:creationId xmlns:a16="http://schemas.microsoft.com/office/drawing/2014/main" id="{E0F1F35C-100F-96F0-7293-A44FC220013C}"/>
              </a:ext>
            </a:extLst>
          </p:cNvPr>
          <p:cNvSpPr/>
          <p:nvPr/>
        </p:nvSpPr>
        <p:spPr>
          <a:xfrm>
            <a:off x="2739644" y="4073144"/>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4" name="Rectangle 23">
            <a:extLst>
              <a:ext uri="{FF2B5EF4-FFF2-40B4-BE49-F238E27FC236}">
                <a16:creationId xmlns:a16="http://schemas.microsoft.com/office/drawing/2014/main" id="{E06791CE-DE3C-F9BF-AE40-FF7607FAD82F}"/>
              </a:ext>
            </a:extLst>
          </p:cNvPr>
          <p:cNvSpPr/>
          <p:nvPr/>
        </p:nvSpPr>
        <p:spPr>
          <a:xfrm>
            <a:off x="2632456" y="4180332"/>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5" name="Rectangle 24">
            <a:extLst>
              <a:ext uri="{FF2B5EF4-FFF2-40B4-BE49-F238E27FC236}">
                <a16:creationId xmlns:a16="http://schemas.microsoft.com/office/drawing/2014/main" id="{10CEFF2A-400E-B6DE-D7B8-37ADB0651947}"/>
              </a:ext>
            </a:extLst>
          </p:cNvPr>
          <p:cNvSpPr/>
          <p:nvPr/>
        </p:nvSpPr>
        <p:spPr>
          <a:xfrm>
            <a:off x="2739644" y="4180332"/>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6" name="Rectangle 25">
            <a:extLst>
              <a:ext uri="{FF2B5EF4-FFF2-40B4-BE49-F238E27FC236}">
                <a16:creationId xmlns:a16="http://schemas.microsoft.com/office/drawing/2014/main" id="{DC4038C3-DE8B-B6FE-4D95-9111F2CAF7AF}"/>
              </a:ext>
            </a:extLst>
          </p:cNvPr>
          <p:cNvSpPr/>
          <p:nvPr/>
        </p:nvSpPr>
        <p:spPr>
          <a:xfrm>
            <a:off x="2632456" y="4287520"/>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7" name="Rectangle 26">
            <a:extLst>
              <a:ext uri="{FF2B5EF4-FFF2-40B4-BE49-F238E27FC236}">
                <a16:creationId xmlns:a16="http://schemas.microsoft.com/office/drawing/2014/main" id="{B60FFCCA-B485-A3EE-7B66-37CF177F73A5}"/>
              </a:ext>
            </a:extLst>
          </p:cNvPr>
          <p:cNvSpPr/>
          <p:nvPr/>
        </p:nvSpPr>
        <p:spPr>
          <a:xfrm>
            <a:off x="2739644" y="4287520"/>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8" name="Rectangle 27">
            <a:extLst>
              <a:ext uri="{FF2B5EF4-FFF2-40B4-BE49-F238E27FC236}">
                <a16:creationId xmlns:a16="http://schemas.microsoft.com/office/drawing/2014/main" id="{7EE2327F-F3D9-4836-1577-07C21A5685E2}"/>
              </a:ext>
            </a:extLst>
          </p:cNvPr>
          <p:cNvSpPr/>
          <p:nvPr/>
        </p:nvSpPr>
        <p:spPr>
          <a:xfrm>
            <a:off x="2739644" y="4394708"/>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9" name="Rectangle 28">
            <a:extLst>
              <a:ext uri="{FF2B5EF4-FFF2-40B4-BE49-F238E27FC236}">
                <a16:creationId xmlns:a16="http://schemas.microsoft.com/office/drawing/2014/main" id="{D043494A-F2AE-E911-8C24-E91F5F2A25B1}"/>
              </a:ext>
            </a:extLst>
          </p:cNvPr>
          <p:cNvSpPr/>
          <p:nvPr/>
        </p:nvSpPr>
        <p:spPr>
          <a:xfrm>
            <a:off x="2846832" y="4394708"/>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0" name="Rectangle 29">
            <a:extLst>
              <a:ext uri="{FF2B5EF4-FFF2-40B4-BE49-F238E27FC236}">
                <a16:creationId xmlns:a16="http://schemas.microsoft.com/office/drawing/2014/main" id="{E01A58DD-EDFB-1F1C-F1E4-63BF4FBFD338}"/>
              </a:ext>
            </a:extLst>
          </p:cNvPr>
          <p:cNvSpPr/>
          <p:nvPr/>
        </p:nvSpPr>
        <p:spPr>
          <a:xfrm>
            <a:off x="2739644" y="4501896"/>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1" name="Rectangle 30">
            <a:extLst>
              <a:ext uri="{FF2B5EF4-FFF2-40B4-BE49-F238E27FC236}">
                <a16:creationId xmlns:a16="http://schemas.microsoft.com/office/drawing/2014/main" id="{873E46B6-5D6B-5E69-6980-FBFE6FB8D3E5}"/>
              </a:ext>
            </a:extLst>
          </p:cNvPr>
          <p:cNvSpPr/>
          <p:nvPr/>
        </p:nvSpPr>
        <p:spPr>
          <a:xfrm>
            <a:off x="2846832" y="4501896"/>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2" name="Rectangle 31">
            <a:extLst>
              <a:ext uri="{FF2B5EF4-FFF2-40B4-BE49-F238E27FC236}">
                <a16:creationId xmlns:a16="http://schemas.microsoft.com/office/drawing/2014/main" id="{70FB0A8D-1DD2-A305-D9A0-6DCF3CB98C9C}"/>
              </a:ext>
            </a:extLst>
          </p:cNvPr>
          <p:cNvSpPr/>
          <p:nvPr/>
        </p:nvSpPr>
        <p:spPr>
          <a:xfrm>
            <a:off x="2846832" y="4609084"/>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3" name="Rectangle 32">
            <a:extLst>
              <a:ext uri="{FF2B5EF4-FFF2-40B4-BE49-F238E27FC236}">
                <a16:creationId xmlns:a16="http://schemas.microsoft.com/office/drawing/2014/main" id="{81B0D85B-AE13-E46C-8521-4D0AF765A145}"/>
              </a:ext>
            </a:extLst>
          </p:cNvPr>
          <p:cNvSpPr/>
          <p:nvPr/>
        </p:nvSpPr>
        <p:spPr>
          <a:xfrm>
            <a:off x="2954020" y="4609084"/>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34" name="Straight Connector 33">
            <a:extLst>
              <a:ext uri="{FF2B5EF4-FFF2-40B4-BE49-F238E27FC236}">
                <a16:creationId xmlns:a16="http://schemas.microsoft.com/office/drawing/2014/main" id="{669E2386-CE64-3CAE-CBD0-A1F3ED5C8CA4}"/>
              </a:ext>
            </a:extLst>
          </p:cNvPr>
          <p:cNvCxnSpPr/>
          <p:nvPr/>
        </p:nvCxnSpPr>
        <p:spPr>
          <a:xfrm>
            <a:off x="1346200" y="2679700"/>
            <a:ext cx="26797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8E760555-F2FB-A71B-019B-C3A74104F5E2}"/>
              </a:ext>
            </a:extLst>
          </p:cNvPr>
          <p:cNvCxnSpPr/>
          <p:nvPr/>
        </p:nvCxnSpPr>
        <p:spPr>
          <a:xfrm>
            <a:off x="1346200" y="5359400"/>
            <a:ext cx="26797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B88348A6-87FA-0093-B2E5-AB28A9C822B0}"/>
              </a:ext>
            </a:extLst>
          </p:cNvPr>
          <p:cNvCxnSpPr/>
          <p:nvPr/>
        </p:nvCxnSpPr>
        <p:spPr>
          <a:xfrm>
            <a:off x="1346200" y="2679700"/>
            <a:ext cx="0" cy="267970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BA036925-499D-678B-84FA-1B5302AD1526}"/>
              </a:ext>
            </a:extLst>
          </p:cNvPr>
          <p:cNvCxnSpPr/>
          <p:nvPr/>
        </p:nvCxnSpPr>
        <p:spPr>
          <a:xfrm>
            <a:off x="4025900" y="2679700"/>
            <a:ext cx="0" cy="267970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A058AE4E-2CC1-F0E4-40C9-B32BD70B0AAC}"/>
              </a:ext>
            </a:extLst>
          </p:cNvPr>
          <p:cNvCxnSpPr/>
          <p:nvPr/>
        </p:nvCxnSpPr>
        <p:spPr>
          <a:xfrm>
            <a:off x="2686050" y="2679700"/>
            <a:ext cx="0" cy="2679700"/>
          </a:xfrm>
          <a:prstGeom prst="line">
            <a:avLst/>
          </a:prstGeom>
          <a:ln w="27940">
            <a:solidFill>
              <a:srgbClr val="D7E0E9"/>
            </a:solidFill>
            <a:prstDash val="dash"/>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3B49E7EB-D704-2E2F-70AB-1F647AF2019F}"/>
              </a:ext>
            </a:extLst>
          </p:cNvPr>
          <p:cNvCxnSpPr/>
          <p:nvPr/>
        </p:nvCxnSpPr>
        <p:spPr>
          <a:xfrm>
            <a:off x="1346200" y="4019550"/>
            <a:ext cx="2679700" cy="0"/>
          </a:xfrm>
          <a:prstGeom prst="line">
            <a:avLst/>
          </a:prstGeom>
          <a:ln w="27940">
            <a:solidFill>
              <a:srgbClr val="D7E0E9"/>
            </a:solidFill>
            <a:prstDash val="dash"/>
          </a:ln>
        </p:spPr>
        <p:style>
          <a:lnRef idx="2">
            <a:schemeClr val="accent1"/>
          </a:lnRef>
          <a:fillRef idx="0">
            <a:schemeClr val="accent1"/>
          </a:fillRef>
          <a:effectRef idx="1">
            <a:schemeClr val="accent1"/>
          </a:effectRef>
          <a:fontRef idx="minor">
            <a:schemeClr val="tx1"/>
          </a:fontRef>
        </p:style>
      </p:cxnSp>
      <p:sp>
        <p:nvSpPr>
          <p:cNvPr id="40" name="text_39">
            <a:extLst>
              <a:ext uri="{FF2B5EF4-FFF2-40B4-BE49-F238E27FC236}">
                <a16:creationId xmlns:a16="http://schemas.microsoft.com/office/drawing/2014/main" id="{447337D8-F071-D3DC-C004-966BE687F532}"/>
              </a:ext>
            </a:extLst>
          </p:cNvPr>
          <p:cNvSpPr txBox="1"/>
          <p:nvPr/>
        </p:nvSpPr>
        <p:spPr>
          <a:xfrm>
            <a:off x="2330450" y="5422899"/>
            <a:ext cx="1524000" cy="4064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q₁ (rad)</a:t>
            </a:r>
          </a:p>
        </p:txBody>
      </p:sp>
      <p:sp>
        <p:nvSpPr>
          <p:cNvPr id="41" name="text_40">
            <a:extLst>
              <a:ext uri="{FF2B5EF4-FFF2-40B4-BE49-F238E27FC236}">
                <a16:creationId xmlns:a16="http://schemas.microsoft.com/office/drawing/2014/main" id="{9C7AB3FA-5600-FAFD-2252-EEC334339214}"/>
              </a:ext>
            </a:extLst>
          </p:cNvPr>
          <p:cNvSpPr txBox="1"/>
          <p:nvPr/>
        </p:nvSpPr>
        <p:spPr>
          <a:xfrm>
            <a:off x="838200" y="2616199"/>
            <a:ext cx="482600" cy="431800"/>
          </a:xfrm>
          <a:prstGeom prst="rect">
            <a:avLst/>
          </a:prstGeom>
          <a:noFill/>
        </p:spPr>
        <p:txBody>
          <a:bodyPr vert="horz" wrap="square" lIns="0" tIns="0" rIns="0" bIns="0" rtlCol="0" anchor="t">
            <a:noAutofit/>
          </a:bodyPr>
          <a:lstStyle/>
          <a:p>
            <a:r>
              <a:rPr lang="el-GR" sz="2400">
                <a:solidFill>
                  <a:srgbClr val="526477"/>
                </a:solidFill>
                <a:latin typeface="Aptos" panose="020B0004020202020204" pitchFamily="34" charset="0"/>
              </a:rPr>
              <a:t>π</a:t>
            </a:r>
            <a:endParaRPr lang="en-IL" sz="2400">
              <a:solidFill>
                <a:srgbClr val="526477"/>
              </a:solidFill>
              <a:latin typeface="Aptos" panose="020B0004020202020204" pitchFamily="34" charset="0"/>
            </a:endParaRPr>
          </a:p>
        </p:txBody>
      </p:sp>
      <p:sp>
        <p:nvSpPr>
          <p:cNvPr id="42" name="text_41">
            <a:extLst>
              <a:ext uri="{FF2B5EF4-FFF2-40B4-BE49-F238E27FC236}">
                <a16:creationId xmlns:a16="http://schemas.microsoft.com/office/drawing/2014/main" id="{ED037B06-E32E-F2C6-0FD4-EA1FDEC4136E}"/>
              </a:ext>
            </a:extLst>
          </p:cNvPr>
          <p:cNvSpPr txBox="1"/>
          <p:nvPr/>
        </p:nvSpPr>
        <p:spPr>
          <a:xfrm>
            <a:off x="736600" y="5041899"/>
            <a:ext cx="546100" cy="431800"/>
          </a:xfrm>
          <a:prstGeom prst="rect">
            <a:avLst/>
          </a:prstGeom>
          <a:noFill/>
        </p:spPr>
        <p:txBody>
          <a:bodyPr vert="horz" wrap="square" lIns="0" tIns="0" rIns="0" bIns="0" rtlCol="0" anchor="t">
            <a:noAutofit/>
          </a:bodyPr>
          <a:lstStyle/>
          <a:p>
            <a:r>
              <a:rPr lang="el-GR" sz="2400">
                <a:solidFill>
                  <a:srgbClr val="526477"/>
                </a:solidFill>
                <a:latin typeface="Aptos" panose="020B0004020202020204" pitchFamily="34" charset="0"/>
              </a:rPr>
              <a:t>−π</a:t>
            </a:r>
            <a:endParaRPr lang="en-IL" sz="2400">
              <a:solidFill>
                <a:srgbClr val="526477"/>
              </a:solidFill>
              <a:latin typeface="Aptos" panose="020B0004020202020204" pitchFamily="34" charset="0"/>
            </a:endParaRPr>
          </a:p>
        </p:txBody>
      </p:sp>
      <p:sp>
        <p:nvSpPr>
          <p:cNvPr id="43" name="text_42">
            <a:extLst>
              <a:ext uri="{FF2B5EF4-FFF2-40B4-BE49-F238E27FC236}">
                <a16:creationId xmlns:a16="http://schemas.microsoft.com/office/drawing/2014/main" id="{C1A4EEB2-D931-303F-8E13-87EB03E5548B}"/>
              </a:ext>
            </a:extLst>
          </p:cNvPr>
          <p:cNvSpPr txBox="1"/>
          <p:nvPr/>
        </p:nvSpPr>
        <p:spPr>
          <a:xfrm>
            <a:off x="4114800" y="2705099"/>
            <a:ext cx="1143000" cy="4064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q₂</a:t>
            </a:r>
          </a:p>
        </p:txBody>
      </p:sp>
      <p:cxnSp>
        <p:nvCxnSpPr>
          <p:cNvPr id="44" name="Straight Connector 43">
            <a:extLst>
              <a:ext uri="{FF2B5EF4-FFF2-40B4-BE49-F238E27FC236}">
                <a16:creationId xmlns:a16="http://schemas.microsoft.com/office/drawing/2014/main" id="{4DD6EEA7-7684-701D-F8AD-9523034A36C3}"/>
              </a:ext>
            </a:extLst>
          </p:cNvPr>
          <p:cNvCxnSpPr/>
          <p:nvPr/>
        </p:nvCxnSpPr>
        <p:spPr>
          <a:xfrm>
            <a:off x="1918372" y="3209224"/>
            <a:ext cx="319866" cy="127946"/>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44330772-C197-8427-9A8F-313B17A80329}"/>
              </a:ext>
            </a:extLst>
          </p:cNvPr>
          <p:cNvCxnSpPr/>
          <p:nvPr/>
        </p:nvCxnSpPr>
        <p:spPr>
          <a:xfrm>
            <a:off x="1918372" y="3209224"/>
            <a:ext cx="554434"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A30BADD6-212F-40C2-867E-28528292CCCB}"/>
              </a:ext>
            </a:extLst>
          </p:cNvPr>
          <p:cNvCxnSpPr/>
          <p:nvPr/>
        </p:nvCxnSpPr>
        <p:spPr>
          <a:xfrm flipH="1">
            <a:off x="1705129" y="3209224"/>
            <a:ext cx="213243" cy="639731"/>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4993E4A5-F000-E34E-8E5A-74F8148B2A93}"/>
              </a:ext>
            </a:extLst>
          </p:cNvPr>
          <p:cNvCxnSpPr/>
          <p:nvPr/>
        </p:nvCxnSpPr>
        <p:spPr>
          <a:xfrm>
            <a:off x="1918372" y="3209224"/>
            <a:ext cx="426488" cy="554433"/>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9303F183-B445-1B42-4DD6-C66118AB306D}"/>
              </a:ext>
            </a:extLst>
          </p:cNvPr>
          <p:cNvCxnSpPr/>
          <p:nvPr/>
        </p:nvCxnSpPr>
        <p:spPr>
          <a:xfrm>
            <a:off x="2238238" y="3337170"/>
            <a:ext cx="106622" cy="426487"/>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43D2783C-5D38-CD89-D03C-0CF88B9176A9}"/>
              </a:ext>
            </a:extLst>
          </p:cNvPr>
          <p:cNvCxnSpPr/>
          <p:nvPr/>
        </p:nvCxnSpPr>
        <p:spPr>
          <a:xfrm flipV="1">
            <a:off x="2472806" y="3166575"/>
            <a:ext cx="191920" cy="42649"/>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8708348A-5EE3-F31A-19C7-37219B7185D3}"/>
              </a:ext>
            </a:extLst>
          </p:cNvPr>
          <p:cNvCxnSpPr/>
          <p:nvPr/>
        </p:nvCxnSpPr>
        <p:spPr>
          <a:xfrm flipV="1">
            <a:off x="2472806" y="3081277"/>
            <a:ext cx="298542" cy="127947"/>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8C4E2FDC-09BD-B33C-62E6-7D4C161C2CAB}"/>
              </a:ext>
            </a:extLst>
          </p:cNvPr>
          <p:cNvCxnSpPr/>
          <p:nvPr/>
        </p:nvCxnSpPr>
        <p:spPr>
          <a:xfrm>
            <a:off x="2472806" y="3209224"/>
            <a:ext cx="383839" cy="298541"/>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907A0565-4973-DBFF-D500-2EA7F805C222}"/>
              </a:ext>
            </a:extLst>
          </p:cNvPr>
          <p:cNvCxnSpPr/>
          <p:nvPr/>
        </p:nvCxnSpPr>
        <p:spPr>
          <a:xfrm flipV="1">
            <a:off x="2664726" y="3081277"/>
            <a:ext cx="106622" cy="85298"/>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AEB03465-0D2F-733D-C6D4-576D13B90C0E}"/>
              </a:ext>
            </a:extLst>
          </p:cNvPr>
          <p:cNvCxnSpPr/>
          <p:nvPr/>
        </p:nvCxnSpPr>
        <p:spPr>
          <a:xfrm>
            <a:off x="2664726" y="3166575"/>
            <a:ext cx="191919" cy="34119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7C5895EE-213E-04E2-527C-A6E9EB3DF50E}"/>
              </a:ext>
            </a:extLst>
          </p:cNvPr>
          <p:cNvCxnSpPr/>
          <p:nvPr/>
        </p:nvCxnSpPr>
        <p:spPr>
          <a:xfrm>
            <a:off x="2771348" y="3081277"/>
            <a:ext cx="85297" cy="426488"/>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6C65D688-A733-3868-1D17-94CCF6AC91A9}"/>
              </a:ext>
            </a:extLst>
          </p:cNvPr>
          <p:cNvCxnSpPr/>
          <p:nvPr/>
        </p:nvCxnSpPr>
        <p:spPr>
          <a:xfrm>
            <a:off x="2856645" y="3507765"/>
            <a:ext cx="85298" cy="213244"/>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DD263FAC-244F-E420-8288-7B7D5B00BDB6}"/>
              </a:ext>
            </a:extLst>
          </p:cNvPr>
          <p:cNvCxnSpPr/>
          <p:nvPr/>
        </p:nvCxnSpPr>
        <p:spPr>
          <a:xfrm>
            <a:off x="2941943" y="3721009"/>
            <a:ext cx="85297" cy="34119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50C7FF4F-D287-D38F-F1E9-735F52FD8CA2}"/>
              </a:ext>
            </a:extLst>
          </p:cNvPr>
          <p:cNvCxnSpPr/>
          <p:nvPr/>
        </p:nvCxnSpPr>
        <p:spPr>
          <a:xfrm>
            <a:off x="2941943" y="3721009"/>
            <a:ext cx="127946" cy="597082"/>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1712818B-91F3-8C46-2B8A-EA8111FA2987}"/>
              </a:ext>
            </a:extLst>
          </p:cNvPr>
          <p:cNvCxnSpPr/>
          <p:nvPr/>
        </p:nvCxnSpPr>
        <p:spPr>
          <a:xfrm>
            <a:off x="3027240" y="4062199"/>
            <a:ext cx="42649" cy="255892"/>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30DD5098-5737-5EB7-CF95-AE1562CF7022}"/>
              </a:ext>
            </a:extLst>
          </p:cNvPr>
          <p:cNvCxnSpPr/>
          <p:nvPr/>
        </p:nvCxnSpPr>
        <p:spPr>
          <a:xfrm>
            <a:off x="2856645" y="3507765"/>
            <a:ext cx="170595" cy="554434"/>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003CCDDE-B930-B1E0-66B0-D4EECEA428DF}"/>
              </a:ext>
            </a:extLst>
          </p:cNvPr>
          <p:cNvCxnSpPr/>
          <p:nvPr/>
        </p:nvCxnSpPr>
        <p:spPr>
          <a:xfrm>
            <a:off x="3027240" y="4062199"/>
            <a:ext cx="298541" cy="511785"/>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DDC7F285-5C05-8EC8-3349-304E093BE2AB}"/>
              </a:ext>
            </a:extLst>
          </p:cNvPr>
          <p:cNvCxnSpPr/>
          <p:nvPr/>
        </p:nvCxnSpPr>
        <p:spPr>
          <a:xfrm>
            <a:off x="3069889" y="4318091"/>
            <a:ext cx="255892" cy="255893"/>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26BA8F29-18B6-0905-58AB-BB465B408C1D}"/>
              </a:ext>
            </a:extLst>
          </p:cNvPr>
          <p:cNvCxnSpPr/>
          <p:nvPr/>
        </p:nvCxnSpPr>
        <p:spPr>
          <a:xfrm flipV="1">
            <a:off x="2941943" y="3593062"/>
            <a:ext cx="597082" cy="127947"/>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50267707-9FC6-527F-8456-6BC2823904CB}"/>
              </a:ext>
            </a:extLst>
          </p:cNvPr>
          <p:cNvCxnSpPr/>
          <p:nvPr/>
        </p:nvCxnSpPr>
        <p:spPr>
          <a:xfrm>
            <a:off x="2856645" y="3507765"/>
            <a:ext cx="682380" cy="85297"/>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103856F5-01E2-49FF-B669-401F84424F54}"/>
              </a:ext>
            </a:extLst>
          </p:cNvPr>
          <p:cNvCxnSpPr/>
          <p:nvPr/>
        </p:nvCxnSpPr>
        <p:spPr>
          <a:xfrm flipV="1">
            <a:off x="3027240" y="3593062"/>
            <a:ext cx="511785" cy="469137"/>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F0F498BA-8D99-B00D-34C9-BEAF35FA60C6}"/>
              </a:ext>
            </a:extLst>
          </p:cNvPr>
          <p:cNvCxnSpPr/>
          <p:nvPr/>
        </p:nvCxnSpPr>
        <p:spPr>
          <a:xfrm flipV="1">
            <a:off x="3069889" y="3593062"/>
            <a:ext cx="469136" cy="725029"/>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623D9DE5-A76A-1D79-3DBF-40B0D5960CCA}"/>
              </a:ext>
            </a:extLst>
          </p:cNvPr>
          <p:cNvCxnSpPr/>
          <p:nvPr/>
        </p:nvCxnSpPr>
        <p:spPr>
          <a:xfrm>
            <a:off x="2046319" y="4531335"/>
            <a:ext cx="341190" cy="213244"/>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id="{7FB24298-2A26-37B7-5A9C-59A9D9C016F4}"/>
              </a:ext>
            </a:extLst>
          </p:cNvPr>
          <p:cNvCxnSpPr/>
          <p:nvPr/>
        </p:nvCxnSpPr>
        <p:spPr>
          <a:xfrm flipV="1">
            <a:off x="2046319" y="3934252"/>
            <a:ext cx="85297" cy="597083"/>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a16="http://schemas.microsoft.com/office/drawing/2014/main" id="{CE406542-BA22-7292-E13C-84550DA2A10D}"/>
              </a:ext>
            </a:extLst>
          </p:cNvPr>
          <p:cNvCxnSpPr/>
          <p:nvPr/>
        </p:nvCxnSpPr>
        <p:spPr>
          <a:xfrm>
            <a:off x="2046319" y="4531335"/>
            <a:ext cx="554433" cy="426488"/>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F12C0CCE-E3E8-2002-AE7B-1915EE6D627C}"/>
              </a:ext>
            </a:extLst>
          </p:cNvPr>
          <p:cNvCxnSpPr/>
          <p:nvPr/>
        </p:nvCxnSpPr>
        <p:spPr>
          <a:xfrm flipH="1" flipV="1">
            <a:off x="1705129" y="3848955"/>
            <a:ext cx="341190" cy="68238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46AF2E0F-6ABE-2129-184A-78BAD3223C7B}"/>
              </a:ext>
            </a:extLst>
          </p:cNvPr>
          <p:cNvCxnSpPr/>
          <p:nvPr/>
        </p:nvCxnSpPr>
        <p:spPr>
          <a:xfrm>
            <a:off x="2387509" y="4744579"/>
            <a:ext cx="213243" cy="213244"/>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71" name="Straight Connector 70">
            <a:extLst>
              <a:ext uri="{FF2B5EF4-FFF2-40B4-BE49-F238E27FC236}">
                <a16:creationId xmlns:a16="http://schemas.microsoft.com/office/drawing/2014/main" id="{CEEF3055-14D8-98CD-F4E9-9E931C7A42A0}"/>
              </a:ext>
            </a:extLst>
          </p:cNvPr>
          <p:cNvCxnSpPr/>
          <p:nvPr/>
        </p:nvCxnSpPr>
        <p:spPr>
          <a:xfrm>
            <a:off x="2387509" y="4744579"/>
            <a:ext cx="49046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A9B27A4A-5AAB-1C1B-C267-033A43892985}"/>
              </a:ext>
            </a:extLst>
          </p:cNvPr>
          <p:cNvCxnSpPr/>
          <p:nvPr/>
        </p:nvCxnSpPr>
        <p:spPr>
          <a:xfrm flipV="1">
            <a:off x="2600752" y="4744579"/>
            <a:ext cx="277217" cy="213244"/>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D56F03A4-1E2F-0123-4B62-27BFFFB99D8E}"/>
              </a:ext>
            </a:extLst>
          </p:cNvPr>
          <p:cNvCxnSpPr/>
          <p:nvPr/>
        </p:nvCxnSpPr>
        <p:spPr>
          <a:xfrm>
            <a:off x="1705129" y="3848955"/>
            <a:ext cx="426487" cy="85297"/>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74" name="Straight Connector 73">
            <a:extLst>
              <a:ext uri="{FF2B5EF4-FFF2-40B4-BE49-F238E27FC236}">
                <a16:creationId xmlns:a16="http://schemas.microsoft.com/office/drawing/2014/main" id="{85C3786A-FB2B-879E-EF69-169FF16BB407}"/>
              </a:ext>
            </a:extLst>
          </p:cNvPr>
          <p:cNvCxnSpPr/>
          <p:nvPr/>
        </p:nvCxnSpPr>
        <p:spPr>
          <a:xfrm flipV="1">
            <a:off x="1705129" y="3763657"/>
            <a:ext cx="639731" cy="85298"/>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75" name="Straight Connector 74">
            <a:extLst>
              <a:ext uri="{FF2B5EF4-FFF2-40B4-BE49-F238E27FC236}">
                <a16:creationId xmlns:a16="http://schemas.microsoft.com/office/drawing/2014/main" id="{4BAA134C-F486-6198-1607-2B21FC7BD1A8}"/>
              </a:ext>
            </a:extLst>
          </p:cNvPr>
          <p:cNvCxnSpPr/>
          <p:nvPr/>
        </p:nvCxnSpPr>
        <p:spPr>
          <a:xfrm flipH="1">
            <a:off x="1705129" y="3337170"/>
            <a:ext cx="533109" cy="511785"/>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76" name="Straight Connector 75">
            <a:extLst>
              <a:ext uri="{FF2B5EF4-FFF2-40B4-BE49-F238E27FC236}">
                <a16:creationId xmlns:a16="http://schemas.microsoft.com/office/drawing/2014/main" id="{595BC21F-1D5D-35B1-7DF7-4C7E843A9923}"/>
              </a:ext>
            </a:extLst>
          </p:cNvPr>
          <p:cNvCxnSpPr/>
          <p:nvPr/>
        </p:nvCxnSpPr>
        <p:spPr>
          <a:xfrm flipV="1">
            <a:off x="2131616" y="3763657"/>
            <a:ext cx="213244" cy="170595"/>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09891348-668C-064D-EA3A-44672203B626}"/>
              </a:ext>
            </a:extLst>
          </p:cNvPr>
          <p:cNvCxnSpPr/>
          <p:nvPr/>
        </p:nvCxnSpPr>
        <p:spPr>
          <a:xfrm flipH="1">
            <a:off x="2131616" y="3337170"/>
            <a:ext cx="106622" cy="597082"/>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78" name="Oval 77">
            <a:extLst>
              <a:ext uri="{FF2B5EF4-FFF2-40B4-BE49-F238E27FC236}">
                <a16:creationId xmlns:a16="http://schemas.microsoft.com/office/drawing/2014/main" id="{5DFB036A-5912-7F9F-D837-34484C48CED1}"/>
              </a:ext>
            </a:extLst>
          </p:cNvPr>
          <p:cNvSpPr/>
          <p:nvPr/>
        </p:nvSpPr>
        <p:spPr>
          <a:xfrm>
            <a:off x="1867572" y="3158424"/>
            <a:ext cx="101600" cy="101599"/>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79" name="Oval 78">
            <a:extLst>
              <a:ext uri="{FF2B5EF4-FFF2-40B4-BE49-F238E27FC236}">
                <a16:creationId xmlns:a16="http://schemas.microsoft.com/office/drawing/2014/main" id="{DAD5B327-DD12-BE75-0BBC-51F3B5AA9162}"/>
              </a:ext>
            </a:extLst>
          </p:cNvPr>
          <p:cNvSpPr/>
          <p:nvPr/>
        </p:nvSpPr>
        <p:spPr>
          <a:xfrm>
            <a:off x="2187438" y="3286370"/>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80" name="Oval 79">
            <a:extLst>
              <a:ext uri="{FF2B5EF4-FFF2-40B4-BE49-F238E27FC236}">
                <a16:creationId xmlns:a16="http://schemas.microsoft.com/office/drawing/2014/main" id="{0218FD30-4CF3-AA2C-BCC3-F1AA1804E163}"/>
              </a:ext>
            </a:extLst>
          </p:cNvPr>
          <p:cNvSpPr/>
          <p:nvPr/>
        </p:nvSpPr>
        <p:spPr>
          <a:xfrm>
            <a:off x="2422006" y="3158424"/>
            <a:ext cx="101600" cy="101599"/>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81" name="Oval 80">
            <a:extLst>
              <a:ext uri="{FF2B5EF4-FFF2-40B4-BE49-F238E27FC236}">
                <a16:creationId xmlns:a16="http://schemas.microsoft.com/office/drawing/2014/main" id="{D1FDC6B2-B8BA-CE55-1D30-10B5350B3204}"/>
              </a:ext>
            </a:extLst>
          </p:cNvPr>
          <p:cNvSpPr/>
          <p:nvPr/>
        </p:nvSpPr>
        <p:spPr>
          <a:xfrm>
            <a:off x="2613926" y="3115775"/>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82" name="Oval 81">
            <a:extLst>
              <a:ext uri="{FF2B5EF4-FFF2-40B4-BE49-F238E27FC236}">
                <a16:creationId xmlns:a16="http://schemas.microsoft.com/office/drawing/2014/main" id="{043891AA-0DB6-A3D3-CAF6-14B57972CABB}"/>
              </a:ext>
            </a:extLst>
          </p:cNvPr>
          <p:cNvSpPr/>
          <p:nvPr/>
        </p:nvSpPr>
        <p:spPr>
          <a:xfrm>
            <a:off x="2720548" y="3030477"/>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83" name="Oval 82">
            <a:extLst>
              <a:ext uri="{FF2B5EF4-FFF2-40B4-BE49-F238E27FC236}">
                <a16:creationId xmlns:a16="http://schemas.microsoft.com/office/drawing/2014/main" id="{517D7DE2-766C-7561-0713-EAFDA90F7724}"/>
              </a:ext>
            </a:extLst>
          </p:cNvPr>
          <p:cNvSpPr/>
          <p:nvPr/>
        </p:nvSpPr>
        <p:spPr>
          <a:xfrm>
            <a:off x="2805845" y="3456965"/>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84" name="Oval 83">
            <a:extLst>
              <a:ext uri="{FF2B5EF4-FFF2-40B4-BE49-F238E27FC236}">
                <a16:creationId xmlns:a16="http://schemas.microsoft.com/office/drawing/2014/main" id="{045D3D54-9561-4389-5B00-93C394B13DD4}"/>
              </a:ext>
            </a:extLst>
          </p:cNvPr>
          <p:cNvSpPr/>
          <p:nvPr/>
        </p:nvSpPr>
        <p:spPr>
          <a:xfrm>
            <a:off x="2891143" y="3670209"/>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85" name="Oval 84">
            <a:extLst>
              <a:ext uri="{FF2B5EF4-FFF2-40B4-BE49-F238E27FC236}">
                <a16:creationId xmlns:a16="http://schemas.microsoft.com/office/drawing/2014/main" id="{D0048860-C4D7-A84E-DB1B-6775AD0F3183}"/>
              </a:ext>
            </a:extLst>
          </p:cNvPr>
          <p:cNvSpPr/>
          <p:nvPr/>
        </p:nvSpPr>
        <p:spPr>
          <a:xfrm>
            <a:off x="2976440" y="4011399"/>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86" name="Oval 85">
            <a:extLst>
              <a:ext uri="{FF2B5EF4-FFF2-40B4-BE49-F238E27FC236}">
                <a16:creationId xmlns:a16="http://schemas.microsoft.com/office/drawing/2014/main" id="{AACF022B-BD02-42AC-B7BA-E6050024161D}"/>
              </a:ext>
            </a:extLst>
          </p:cNvPr>
          <p:cNvSpPr/>
          <p:nvPr/>
        </p:nvSpPr>
        <p:spPr>
          <a:xfrm>
            <a:off x="3019089" y="4267291"/>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87" name="Oval 86">
            <a:extLst>
              <a:ext uri="{FF2B5EF4-FFF2-40B4-BE49-F238E27FC236}">
                <a16:creationId xmlns:a16="http://schemas.microsoft.com/office/drawing/2014/main" id="{86A5FAC4-A0CD-1482-85BB-7AB2C621133E}"/>
              </a:ext>
            </a:extLst>
          </p:cNvPr>
          <p:cNvSpPr/>
          <p:nvPr/>
        </p:nvSpPr>
        <p:spPr>
          <a:xfrm>
            <a:off x="3274981" y="4523184"/>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88" name="Oval 87">
            <a:extLst>
              <a:ext uri="{FF2B5EF4-FFF2-40B4-BE49-F238E27FC236}">
                <a16:creationId xmlns:a16="http://schemas.microsoft.com/office/drawing/2014/main" id="{9C2DB759-A5E1-91C8-41C0-807604BBFB24}"/>
              </a:ext>
            </a:extLst>
          </p:cNvPr>
          <p:cNvSpPr/>
          <p:nvPr/>
        </p:nvSpPr>
        <p:spPr>
          <a:xfrm>
            <a:off x="3488225" y="3542262"/>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89" name="Oval 88">
            <a:extLst>
              <a:ext uri="{FF2B5EF4-FFF2-40B4-BE49-F238E27FC236}">
                <a16:creationId xmlns:a16="http://schemas.microsoft.com/office/drawing/2014/main" id="{4631E106-5207-DAEC-0404-1F5E30FCBA90}"/>
              </a:ext>
            </a:extLst>
          </p:cNvPr>
          <p:cNvSpPr/>
          <p:nvPr/>
        </p:nvSpPr>
        <p:spPr>
          <a:xfrm>
            <a:off x="1995519" y="4480535"/>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0" name="Oval 89">
            <a:extLst>
              <a:ext uri="{FF2B5EF4-FFF2-40B4-BE49-F238E27FC236}">
                <a16:creationId xmlns:a16="http://schemas.microsoft.com/office/drawing/2014/main" id="{104A340F-B092-D698-EF3C-EC178F948BE6}"/>
              </a:ext>
            </a:extLst>
          </p:cNvPr>
          <p:cNvSpPr/>
          <p:nvPr/>
        </p:nvSpPr>
        <p:spPr>
          <a:xfrm>
            <a:off x="2336709" y="4693779"/>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1" name="Oval 90">
            <a:extLst>
              <a:ext uri="{FF2B5EF4-FFF2-40B4-BE49-F238E27FC236}">
                <a16:creationId xmlns:a16="http://schemas.microsoft.com/office/drawing/2014/main" id="{632C0229-EFCC-1A6B-76EB-1C8281F24CDA}"/>
              </a:ext>
            </a:extLst>
          </p:cNvPr>
          <p:cNvSpPr/>
          <p:nvPr/>
        </p:nvSpPr>
        <p:spPr>
          <a:xfrm>
            <a:off x="2549952" y="4907023"/>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2" name="Oval 91">
            <a:extLst>
              <a:ext uri="{FF2B5EF4-FFF2-40B4-BE49-F238E27FC236}">
                <a16:creationId xmlns:a16="http://schemas.microsoft.com/office/drawing/2014/main" id="{7CF1F483-734D-3C63-5799-BB323D544EBC}"/>
              </a:ext>
            </a:extLst>
          </p:cNvPr>
          <p:cNvSpPr/>
          <p:nvPr/>
        </p:nvSpPr>
        <p:spPr>
          <a:xfrm>
            <a:off x="2827169" y="4693779"/>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3" name="Oval 92">
            <a:extLst>
              <a:ext uri="{FF2B5EF4-FFF2-40B4-BE49-F238E27FC236}">
                <a16:creationId xmlns:a16="http://schemas.microsoft.com/office/drawing/2014/main" id="{AA2B71B7-41A4-FBB5-86E5-937BF910ACF7}"/>
              </a:ext>
            </a:extLst>
          </p:cNvPr>
          <p:cNvSpPr/>
          <p:nvPr/>
        </p:nvSpPr>
        <p:spPr>
          <a:xfrm>
            <a:off x="1654329" y="3798155"/>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4" name="Oval 93">
            <a:extLst>
              <a:ext uri="{FF2B5EF4-FFF2-40B4-BE49-F238E27FC236}">
                <a16:creationId xmlns:a16="http://schemas.microsoft.com/office/drawing/2014/main" id="{9AC40D23-5648-5218-56D0-C3D9A7A791D3}"/>
              </a:ext>
            </a:extLst>
          </p:cNvPr>
          <p:cNvSpPr/>
          <p:nvPr/>
        </p:nvSpPr>
        <p:spPr>
          <a:xfrm>
            <a:off x="2080816" y="3883452"/>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5" name="Oval 94">
            <a:extLst>
              <a:ext uri="{FF2B5EF4-FFF2-40B4-BE49-F238E27FC236}">
                <a16:creationId xmlns:a16="http://schemas.microsoft.com/office/drawing/2014/main" id="{5D034E19-EB76-98EA-F1C3-EA39340DA5E3}"/>
              </a:ext>
            </a:extLst>
          </p:cNvPr>
          <p:cNvSpPr/>
          <p:nvPr/>
        </p:nvSpPr>
        <p:spPr>
          <a:xfrm>
            <a:off x="2294060" y="3712857"/>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6" name="text_95">
            <a:extLst>
              <a:ext uri="{FF2B5EF4-FFF2-40B4-BE49-F238E27FC236}">
                <a16:creationId xmlns:a16="http://schemas.microsoft.com/office/drawing/2014/main" id="{CF6A384F-FA51-46C0-40B8-2A6D21955801}"/>
              </a:ext>
            </a:extLst>
          </p:cNvPr>
          <p:cNvSpPr txBox="1"/>
          <p:nvPr/>
        </p:nvSpPr>
        <p:spPr>
          <a:xfrm>
            <a:off x="685800" y="5816599"/>
            <a:ext cx="4597400" cy="431800"/>
          </a:xfrm>
          <a:prstGeom prst="rect">
            <a:avLst/>
          </a:prstGeom>
          <a:noFill/>
        </p:spPr>
        <p:txBody>
          <a:bodyPr vert="horz" wrap="square" lIns="0" tIns="0" rIns="0" bIns="0" rtlCol="0" anchor="t">
            <a:noAutofit/>
          </a:bodyPr>
          <a:lstStyle/>
          <a:p>
            <a:r>
              <a:rPr lang="en-IL" sz="2700">
                <a:solidFill>
                  <a:srgbClr val="2459D3"/>
                </a:solidFill>
                <a:latin typeface="Cambria Math" panose="02040503050406030204" pitchFamily="18" charset="0"/>
              </a:rPr>
              <a:t>w</a:t>
            </a:r>
            <a:r>
              <a:rPr lang="en-IL" sz="1944" baseline="-22000">
                <a:solidFill>
                  <a:srgbClr val="2459D3"/>
                </a:solidFill>
                <a:latin typeface="Cambria Math" panose="02040503050406030204" pitchFamily="18" charset="0"/>
              </a:rPr>
              <a:t>ab</a:t>
            </a:r>
            <a:r>
              <a:rPr lang="en-IL" sz="2700">
                <a:solidFill>
                  <a:srgbClr val="2459D3"/>
                </a:solidFill>
                <a:latin typeface="Cambria Math" panose="02040503050406030204" pitchFamily="18" charset="0"/>
              </a:rPr>
              <a:t> = ‖q</a:t>
            </a:r>
            <a:r>
              <a:rPr lang="en-IL" sz="1944" baseline="-22000">
                <a:solidFill>
                  <a:srgbClr val="2459D3"/>
                </a:solidFill>
                <a:latin typeface="Cambria Math" panose="02040503050406030204" pitchFamily="18" charset="0"/>
              </a:rPr>
              <a:t>a</a:t>
            </a:r>
            <a:r>
              <a:rPr lang="en-IL" sz="2700">
                <a:solidFill>
                  <a:srgbClr val="2459D3"/>
                </a:solidFill>
                <a:latin typeface="Cambria Math" panose="02040503050406030204" pitchFamily="18" charset="0"/>
              </a:rPr>
              <a:t>−q</a:t>
            </a:r>
            <a:r>
              <a:rPr lang="en-IL" sz="1944" baseline="-22000">
                <a:solidFill>
                  <a:srgbClr val="2459D3"/>
                </a:solidFill>
                <a:latin typeface="Cambria Math" panose="02040503050406030204" pitchFamily="18" charset="0"/>
              </a:rPr>
              <a:t>b</a:t>
            </a:r>
            <a:r>
              <a:rPr lang="en-IL" sz="2700">
                <a:solidFill>
                  <a:srgbClr val="2459D3"/>
                </a:solidFill>
                <a:latin typeface="Cambria Math" panose="02040503050406030204" pitchFamily="18" charset="0"/>
              </a:rPr>
              <a:t>‖₂</a:t>
            </a:r>
          </a:p>
        </p:txBody>
      </p:sp>
      <p:sp>
        <p:nvSpPr>
          <p:cNvPr id="97" name="Rectangle: Rounded Corners 96">
            <a:extLst>
              <a:ext uri="{FF2B5EF4-FFF2-40B4-BE49-F238E27FC236}">
                <a16:creationId xmlns:a16="http://schemas.microsoft.com/office/drawing/2014/main" id="{B603B9BB-BE6D-4A26-1BC9-D209429956B4}"/>
              </a:ext>
            </a:extLst>
          </p:cNvPr>
          <p:cNvSpPr/>
          <p:nvPr/>
        </p:nvSpPr>
        <p:spPr>
          <a:xfrm>
            <a:off x="5486400" y="2654300"/>
            <a:ext cx="6019800" cy="16510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8" name="text_97">
            <a:extLst>
              <a:ext uri="{FF2B5EF4-FFF2-40B4-BE49-F238E27FC236}">
                <a16:creationId xmlns:a16="http://schemas.microsoft.com/office/drawing/2014/main" id="{1737AC6C-D74D-20F2-3572-95F7AEB1EEAF}"/>
              </a:ext>
            </a:extLst>
          </p:cNvPr>
          <p:cNvSpPr txBox="1"/>
          <p:nvPr/>
        </p:nvSpPr>
        <p:spPr>
          <a:xfrm>
            <a:off x="5715000" y="2844799"/>
            <a:ext cx="55626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Implement</a:t>
            </a:r>
          </a:p>
        </p:txBody>
      </p:sp>
      <p:sp>
        <p:nvSpPr>
          <p:cNvPr id="99" name="text_98">
            <a:extLst>
              <a:ext uri="{FF2B5EF4-FFF2-40B4-BE49-F238E27FC236}">
                <a16:creationId xmlns:a16="http://schemas.microsoft.com/office/drawing/2014/main" id="{86D9BA0A-5AD1-0DC0-AE1E-6FD7B1953103}"/>
              </a:ext>
            </a:extLst>
          </p:cNvPr>
          <p:cNvSpPr txBox="1"/>
          <p:nvPr/>
        </p:nvSpPr>
        <p:spPr>
          <a:xfrm>
            <a:off x="5715000" y="3467099"/>
            <a:ext cx="5562600" cy="7874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Undirected adjacency; length weights.</a:t>
            </a:r>
          </a:p>
        </p:txBody>
      </p:sp>
      <p:sp>
        <p:nvSpPr>
          <p:cNvPr id="100" name="Rectangle: Rounded Corners 99">
            <a:extLst>
              <a:ext uri="{FF2B5EF4-FFF2-40B4-BE49-F238E27FC236}">
                <a16:creationId xmlns:a16="http://schemas.microsoft.com/office/drawing/2014/main" id="{45C931D2-9D0A-974F-7CE6-B4B7A3E10DDA}"/>
              </a:ext>
            </a:extLst>
          </p:cNvPr>
          <p:cNvSpPr/>
          <p:nvPr/>
        </p:nvSpPr>
        <p:spPr>
          <a:xfrm>
            <a:off x="5486400" y="4470400"/>
            <a:ext cx="6019800" cy="16510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1" name="text_100">
            <a:extLst>
              <a:ext uri="{FF2B5EF4-FFF2-40B4-BE49-F238E27FC236}">
                <a16:creationId xmlns:a16="http://schemas.microsoft.com/office/drawing/2014/main" id="{DB8BA88E-062B-08C1-1226-C7B8D645E23B}"/>
              </a:ext>
            </a:extLst>
          </p:cNvPr>
          <p:cNvSpPr txBox="1"/>
          <p:nvPr/>
        </p:nvSpPr>
        <p:spPr>
          <a:xfrm>
            <a:off x="5715000" y="4660899"/>
            <a:ext cx="55626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Check</a:t>
            </a:r>
          </a:p>
        </p:txBody>
      </p:sp>
      <p:sp>
        <p:nvSpPr>
          <p:cNvPr id="102" name="text_101">
            <a:extLst>
              <a:ext uri="{FF2B5EF4-FFF2-40B4-BE49-F238E27FC236}">
                <a16:creationId xmlns:a16="http://schemas.microsoft.com/office/drawing/2014/main" id="{23F56698-6A20-C6D5-97A7-C487880FB2E8}"/>
              </a:ext>
            </a:extLst>
          </p:cNvPr>
          <p:cNvSpPr txBox="1"/>
          <p:nvPr/>
        </p:nvSpPr>
        <p:spPr>
          <a:xfrm>
            <a:off x="5715000" y="5283199"/>
            <a:ext cx="5562600" cy="7874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Symmetry, costs, no duplicate edges.</a:t>
            </a:r>
            <a:endParaRPr lang="en-IL" sz="2400">
              <a:solidFill>
                <a:srgbClr val="15283B"/>
              </a:solidFill>
              <a:latin typeface="Aptos" panose="020B0004020202020204" pitchFamily="34" charset="0"/>
            </a:endParaRPr>
          </a:p>
        </p:txBody>
      </p:sp>
    </p:spTree>
    <p:extLst>
      <p:ext uri="{BB962C8B-B14F-4D97-AF65-F5344CB8AC3E}">
        <p14:creationId xmlns:p14="http://schemas.microsoft.com/office/powerpoint/2010/main" val="5505484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40425876-8B54-8966-637F-11781FFB9801}"/>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04 / CONFIGURATION SPACE &amp; PRM</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FC6F21C3-5FD1-CB96-8685-41957B5451D6}"/>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6 · Use an unsampled point</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AB5A6CB3-9A65-ACF8-1312-655E25A780A0}"/>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Add the actual start or goal; connect it without snapping.</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6EAA5EFB-0C8F-7E8C-93E5-67593342BEBA}"/>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97D70F73-A358-2934-B71B-BF7A9FB20678}"/>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Motion Planning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358B0BE4-B54B-9E8B-7E21-8E9FBD19D2DF}"/>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13</a:t>
            </a:r>
          </a:p>
        </p:txBody>
      </p:sp>
      <p:sp>
        <p:nvSpPr>
          <p:cNvPr id="8" name="Rectangle: Rounded Corners 7">
            <a:extLst>
              <a:ext uri="{FF2B5EF4-FFF2-40B4-BE49-F238E27FC236}">
                <a16:creationId xmlns:a16="http://schemas.microsoft.com/office/drawing/2014/main" id="{335911FC-AA5A-EE79-A5E9-2A3F584B97A9}"/>
              </a:ext>
            </a:extLst>
          </p:cNvPr>
          <p:cNvSpPr/>
          <p:nvPr/>
        </p:nvSpPr>
        <p:spPr>
          <a:xfrm>
            <a:off x="685800" y="2679700"/>
            <a:ext cx="4419600" cy="26797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Rectangle 8">
            <a:extLst>
              <a:ext uri="{FF2B5EF4-FFF2-40B4-BE49-F238E27FC236}">
                <a16:creationId xmlns:a16="http://schemas.microsoft.com/office/drawing/2014/main" id="{63BBF059-13D7-EAB2-B1BA-9D8F43A7C6EE}"/>
              </a:ext>
            </a:extLst>
          </p:cNvPr>
          <p:cNvSpPr/>
          <p:nvPr/>
        </p:nvSpPr>
        <p:spPr>
          <a:xfrm>
            <a:off x="2895600" y="3253922"/>
            <a:ext cx="159113" cy="96973"/>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 name="Rectangle 9">
            <a:extLst>
              <a:ext uri="{FF2B5EF4-FFF2-40B4-BE49-F238E27FC236}">
                <a16:creationId xmlns:a16="http://schemas.microsoft.com/office/drawing/2014/main" id="{DD644A81-B7C7-8804-7C2F-2AA5F8DFB1E9}"/>
              </a:ext>
            </a:extLst>
          </p:cNvPr>
          <p:cNvSpPr/>
          <p:nvPr/>
        </p:nvSpPr>
        <p:spPr>
          <a:xfrm>
            <a:off x="2737757" y="3349625"/>
            <a:ext cx="159113" cy="9697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Rectangle 10">
            <a:extLst>
              <a:ext uri="{FF2B5EF4-FFF2-40B4-BE49-F238E27FC236}">
                <a16:creationId xmlns:a16="http://schemas.microsoft.com/office/drawing/2014/main" id="{50630B4F-BA84-646F-C8C2-40F47BE92708}"/>
              </a:ext>
            </a:extLst>
          </p:cNvPr>
          <p:cNvSpPr/>
          <p:nvPr/>
        </p:nvSpPr>
        <p:spPr>
          <a:xfrm>
            <a:off x="2895600" y="3349625"/>
            <a:ext cx="159113" cy="9697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Rectangle 11">
            <a:extLst>
              <a:ext uri="{FF2B5EF4-FFF2-40B4-BE49-F238E27FC236}">
                <a16:creationId xmlns:a16="http://schemas.microsoft.com/office/drawing/2014/main" id="{4A9546DA-ECB4-3342-FC27-61C25E9F1427}"/>
              </a:ext>
            </a:extLst>
          </p:cNvPr>
          <p:cNvSpPr/>
          <p:nvPr/>
        </p:nvSpPr>
        <p:spPr>
          <a:xfrm>
            <a:off x="3053443" y="3349625"/>
            <a:ext cx="159113" cy="9697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Rectangle 12">
            <a:extLst>
              <a:ext uri="{FF2B5EF4-FFF2-40B4-BE49-F238E27FC236}">
                <a16:creationId xmlns:a16="http://schemas.microsoft.com/office/drawing/2014/main" id="{D2D1A44D-48E0-3ED4-AEC4-77D927529120}"/>
              </a:ext>
            </a:extLst>
          </p:cNvPr>
          <p:cNvSpPr/>
          <p:nvPr/>
        </p:nvSpPr>
        <p:spPr>
          <a:xfrm>
            <a:off x="2737757" y="3445328"/>
            <a:ext cx="159113" cy="9697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Rectangle 13">
            <a:extLst>
              <a:ext uri="{FF2B5EF4-FFF2-40B4-BE49-F238E27FC236}">
                <a16:creationId xmlns:a16="http://schemas.microsoft.com/office/drawing/2014/main" id="{46B1463C-D874-51BF-9C22-9A27BB9D4452}"/>
              </a:ext>
            </a:extLst>
          </p:cNvPr>
          <p:cNvSpPr/>
          <p:nvPr/>
        </p:nvSpPr>
        <p:spPr>
          <a:xfrm>
            <a:off x="2895600" y="3445328"/>
            <a:ext cx="159113" cy="9697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Rectangle 14">
            <a:extLst>
              <a:ext uri="{FF2B5EF4-FFF2-40B4-BE49-F238E27FC236}">
                <a16:creationId xmlns:a16="http://schemas.microsoft.com/office/drawing/2014/main" id="{EEBACD83-0790-964F-0FB0-DC982652C07F}"/>
              </a:ext>
            </a:extLst>
          </p:cNvPr>
          <p:cNvSpPr/>
          <p:nvPr/>
        </p:nvSpPr>
        <p:spPr>
          <a:xfrm>
            <a:off x="3053443" y="3445328"/>
            <a:ext cx="159113" cy="9697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6" name="Rectangle 15">
            <a:extLst>
              <a:ext uri="{FF2B5EF4-FFF2-40B4-BE49-F238E27FC236}">
                <a16:creationId xmlns:a16="http://schemas.microsoft.com/office/drawing/2014/main" id="{08C2118A-7A8E-C964-4232-9129F92ABBD0}"/>
              </a:ext>
            </a:extLst>
          </p:cNvPr>
          <p:cNvSpPr/>
          <p:nvPr/>
        </p:nvSpPr>
        <p:spPr>
          <a:xfrm>
            <a:off x="3211286" y="3445328"/>
            <a:ext cx="159113" cy="9697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Rectangle 16">
            <a:extLst>
              <a:ext uri="{FF2B5EF4-FFF2-40B4-BE49-F238E27FC236}">
                <a16:creationId xmlns:a16="http://schemas.microsoft.com/office/drawing/2014/main" id="{63364D13-CB18-853F-2B54-5F21DC1B3D74}"/>
              </a:ext>
            </a:extLst>
          </p:cNvPr>
          <p:cNvSpPr/>
          <p:nvPr/>
        </p:nvSpPr>
        <p:spPr>
          <a:xfrm>
            <a:off x="2895600" y="3541032"/>
            <a:ext cx="159113" cy="9697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8" name="Rectangle 17">
            <a:extLst>
              <a:ext uri="{FF2B5EF4-FFF2-40B4-BE49-F238E27FC236}">
                <a16:creationId xmlns:a16="http://schemas.microsoft.com/office/drawing/2014/main" id="{FCBD69AE-D85F-1C87-EFEC-1FDD4AE941EB}"/>
              </a:ext>
            </a:extLst>
          </p:cNvPr>
          <p:cNvSpPr/>
          <p:nvPr/>
        </p:nvSpPr>
        <p:spPr>
          <a:xfrm>
            <a:off x="3053443" y="3541032"/>
            <a:ext cx="159113" cy="9697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9" name="Rectangle 18">
            <a:extLst>
              <a:ext uri="{FF2B5EF4-FFF2-40B4-BE49-F238E27FC236}">
                <a16:creationId xmlns:a16="http://schemas.microsoft.com/office/drawing/2014/main" id="{77FD7048-0116-1D28-5F01-A82BA89FB248}"/>
              </a:ext>
            </a:extLst>
          </p:cNvPr>
          <p:cNvSpPr/>
          <p:nvPr/>
        </p:nvSpPr>
        <p:spPr>
          <a:xfrm>
            <a:off x="3211286" y="3541032"/>
            <a:ext cx="159113" cy="9697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0" name="Rectangle 19">
            <a:extLst>
              <a:ext uri="{FF2B5EF4-FFF2-40B4-BE49-F238E27FC236}">
                <a16:creationId xmlns:a16="http://schemas.microsoft.com/office/drawing/2014/main" id="{B24C99EB-954F-F00B-DE01-5F281A3CC35B}"/>
              </a:ext>
            </a:extLst>
          </p:cNvPr>
          <p:cNvSpPr/>
          <p:nvPr/>
        </p:nvSpPr>
        <p:spPr>
          <a:xfrm>
            <a:off x="3369128" y="3541032"/>
            <a:ext cx="159113" cy="9697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1" name="Rectangle 20">
            <a:extLst>
              <a:ext uri="{FF2B5EF4-FFF2-40B4-BE49-F238E27FC236}">
                <a16:creationId xmlns:a16="http://schemas.microsoft.com/office/drawing/2014/main" id="{3E43D279-8E67-DC42-EEEA-80FF4797E775}"/>
              </a:ext>
            </a:extLst>
          </p:cNvPr>
          <p:cNvSpPr/>
          <p:nvPr/>
        </p:nvSpPr>
        <p:spPr>
          <a:xfrm>
            <a:off x="2895600" y="3636736"/>
            <a:ext cx="159113" cy="96973"/>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2" name="Rectangle 21">
            <a:extLst>
              <a:ext uri="{FF2B5EF4-FFF2-40B4-BE49-F238E27FC236}">
                <a16:creationId xmlns:a16="http://schemas.microsoft.com/office/drawing/2014/main" id="{51A79983-31BF-DE69-726D-0081455AD192}"/>
              </a:ext>
            </a:extLst>
          </p:cNvPr>
          <p:cNvSpPr/>
          <p:nvPr/>
        </p:nvSpPr>
        <p:spPr>
          <a:xfrm>
            <a:off x="3053443" y="3636736"/>
            <a:ext cx="159113" cy="96973"/>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3" name="Rectangle 22">
            <a:extLst>
              <a:ext uri="{FF2B5EF4-FFF2-40B4-BE49-F238E27FC236}">
                <a16:creationId xmlns:a16="http://schemas.microsoft.com/office/drawing/2014/main" id="{D000589D-CDDF-EAD5-27E8-A50F072381AC}"/>
              </a:ext>
            </a:extLst>
          </p:cNvPr>
          <p:cNvSpPr/>
          <p:nvPr/>
        </p:nvSpPr>
        <p:spPr>
          <a:xfrm>
            <a:off x="3211286" y="3636736"/>
            <a:ext cx="159113" cy="96973"/>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4" name="Rectangle 23">
            <a:extLst>
              <a:ext uri="{FF2B5EF4-FFF2-40B4-BE49-F238E27FC236}">
                <a16:creationId xmlns:a16="http://schemas.microsoft.com/office/drawing/2014/main" id="{997108D9-F482-E7A7-08F1-E050439F91FD}"/>
              </a:ext>
            </a:extLst>
          </p:cNvPr>
          <p:cNvSpPr/>
          <p:nvPr/>
        </p:nvSpPr>
        <p:spPr>
          <a:xfrm>
            <a:off x="3369128" y="3636736"/>
            <a:ext cx="159113" cy="96973"/>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5" name="Rectangle 24">
            <a:extLst>
              <a:ext uri="{FF2B5EF4-FFF2-40B4-BE49-F238E27FC236}">
                <a16:creationId xmlns:a16="http://schemas.microsoft.com/office/drawing/2014/main" id="{3204B040-6EF2-3597-ACAF-97212BFCC928}"/>
              </a:ext>
            </a:extLst>
          </p:cNvPr>
          <p:cNvSpPr/>
          <p:nvPr/>
        </p:nvSpPr>
        <p:spPr>
          <a:xfrm>
            <a:off x="2895600" y="3732439"/>
            <a:ext cx="159113" cy="9697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6" name="Rectangle 25">
            <a:extLst>
              <a:ext uri="{FF2B5EF4-FFF2-40B4-BE49-F238E27FC236}">
                <a16:creationId xmlns:a16="http://schemas.microsoft.com/office/drawing/2014/main" id="{409A6A42-5E78-F1FD-8A9B-01ADAB32DB6D}"/>
              </a:ext>
            </a:extLst>
          </p:cNvPr>
          <p:cNvSpPr/>
          <p:nvPr/>
        </p:nvSpPr>
        <p:spPr>
          <a:xfrm>
            <a:off x="3053443" y="3732439"/>
            <a:ext cx="159113" cy="9697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7" name="Rectangle 26">
            <a:extLst>
              <a:ext uri="{FF2B5EF4-FFF2-40B4-BE49-F238E27FC236}">
                <a16:creationId xmlns:a16="http://schemas.microsoft.com/office/drawing/2014/main" id="{36223488-45B3-688C-B198-E410C46921F9}"/>
              </a:ext>
            </a:extLst>
          </p:cNvPr>
          <p:cNvSpPr/>
          <p:nvPr/>
        </p:nvSpPr>
        <p:spPr>
          <a:xfrm>
            <a:off x="3211286" y="3732439"/>
            <a:ext cx="159113" cy="9697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8" name="Rectangle 27">
            <a:extLst>
              <a:ext uri="{FF2B5EF4-FFF2-40B4-BE49-F238E27FC236}">
                <a16:creationId xmlns:a16="http://schemas.microsoft.com/office/drawing/2014/main" id="{758D124E-A4F8-A717-1DF0-BFF4DBAAA9E8}"/>
              </a:ext>
            </a:extLst>
          </p:cNvPr>
          <p:cNvSpPr/>
          <p:nvPr/>
        </p:nvSpPr>
        <p:spPr>
          <a:xfrm>
            <a:off x="3369128" y="3732439"/>
            <a:ext cx="159113" cy="9697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9" name="Rectangle 28">
            <a:extLst>
              <a:ext uri="{FF2B5EF4-FFF2-40B4-BE49-F238E27FC236}">
                <a16:creationId xmlns:a16="http://schemas.microsoft.com/office/drawing/2014/main" id="{036A4679-9C40-5390-E01E-92D7D8990B4D}"/>
              </a:ext>
            </a:extLst>
          </p:cNvPr>
          <p:cNvSpPr/>
          <p:nvPr/>
        </p:nvSpPr>
        <p:spPr>
          <a:xfrm>
            <a:off x="3526972" y="3732439"/>
            <a:ext cx="159112" cy="9697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0" name="Rectangle 29">
            <a:extLst>
              <a:ext uri="{FF2B5EF4-FFF2-40B4-BE49-F238E27FC236}">
                <a16:creationId xmlns:a16="http://schemas.microsoft.com/office/drawing/2014/main" id="{81425B84-469C-4BFE-FA4E-DAB983823E52}"/>
              </a:ext>
            </a:extLst>
          </p:cNvPr>
          <p:cNvSpPr/>
          <p:nvPr/>
        </p:nvSpPr>
        <p:spPr>
          <a:xfrm>
            <a:off x="2895600" y="3828143"/>
            <a:ext cx="159113" cy="96973"/>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1" name="Rectangle 30">
            <a:extLst>
              <a:ext uri="{FF2B5EF4-FFF2-40B4-BE49-F238E27FC236}">
                <a16:creationId xmlns:a16="http://schemas.microsoft.com/office/drawing/2014/main" id="{AE54F999-97BC-B654-EB1A-1D3B1D0BC00C}"/>
              </a:ext>
            </a:extLst>
          </p:cNvPr>
          <p:cNvSpPr/>
          <p:nvPr/>
        </p:nvSpPr>
        <p:spPr>
          <a:xfrm>
            <a:off x="3053443" y="3828143"/>
            <a:ext cx="159113" cy="96973"/>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2" name="Rectangle 31">
            <a:extLst>
              <a:ext uri="{FF2B5EF4-FFF2-40B4-BE49-F238E27FC236}">
                <a16:creationId xmlns:a16="http://schemas.microsoft.com/office/drawing/2014/main" id="{E30F4047-6CF7-C395-E6BF-638AA1C67B45}"/>
              </a:ext>
            </a:extLst>
          </p:cNvPr>
          <p:cNvSpPr/>
          <p:nvPr/>
        </p:nvSpPr>
        <p:spPr>
          <a:xfrm>
            <a:off x="3211286" y="3828143"/>
            <a:ext cx="159113" cy="96973"/>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3" name="Rectangle 32">
            <a:extLst>
              <a:ext uri="{FF2B5EF4-FFF2-40B4-BE49-F238E27FC236}">
                <a16:creationId xmlns:a16="http://schemas.microsoft.com/office/drawing/2014/main" id="{B87C8EDF-DBA3-FBB3-92A0-F3097C5CE59E}"/>
              </a:ext>
            </a:extLst>
          </p:cNvPr>
          <p:cNvSpPr/>
          <p:nvPr/>
        </p:nvSpPr>
        <p:spPr>
          <a:xfrm>
            <a:off x="3369128" y="3828143"/>
            <a:ext cx="159113" cy="96973"/>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4" name="Rectangle 33">
            <a:extLst>
              <a:ext uri="{FF2B5EF4-FFF2-40B4-BE49-F238E27FC236}">
                <a16:creationId xmlns:a16="http://schemas.microsoft.com/office/drawing/2014/main" id="{31F645FD-1FDB-228D-C1A5-D44DC7A8C7D1}"/>
              </a:ext>
            </a:extLst>
          </p:cNvPr>
          <p:cNvSpPr/>
          <p:nvPr/>
        </p:nvSpPr>
        <p:spPr>
          <a:xfrm>
            <a:off x="3526972" y="3828143"/>
            <a:ext cx="159112" cy="96973"/>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5" name="Rectangle 34">
            <a:extLst>
              <a:ext uri="{FF2B5EF4-FFF2-40B4-BE49-F238E27FC236}">
                <a16:creationId xmlns:a16="http://schemas.microsoft.com/office/drawing/2014/main" id="{987B1ED8-F79C-9005-6515-0AE9D60FCA92}"/>
              </a:ext>
            </a:extLst>
          </p:cNvPr>
          <p:cNvSpPr/>
          <p:nvPr/>
        </p:nvSpPr>
        <p:spPr>
          <a:xfrm>
            <a:off x="3053443" y="3923847"/>
            <a:ext cx="159113" cy="96973"/>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6" name="Rectangle 35">
            <a:extLst>
              <a:ext uri="{FF2B5EF4-FFF2-40B4-BE49-F238E27FC236}">
                <a16:creationId xmlns:a16="http://schemas.microsoft.com/office/drawing/2014/main" id="{02E3D22E-4FB2-CF3D-357E-B16BE2D1BCDA}"/>
              </a:ext>
            </a:extLst>
          </p:cNvPr>
          <p:cNvSpPr/>
          <p:nvPr/>
        </p:nvSpPr>
        <p:spPr>
          <a:xfrm>
            <a:off x="3211286" y="3923847"/>
            <a:ext cx="159113" cy="96973"/>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7" name="Rectangle 36">
            <a:extLst>
              <a:ext uri="{FF2B5EF4-FFF2-40B4-BE49-F238E27FC236}">
                <a16:creationId xmlns:a16="http://schemas.microsoft.com/office/drawing/2014/main" id="{8DC16361-AE8D-0A88-F778-05729851F3C5}"/>
              </a:ext>
            </a:extLst>
          </p:cNvPr>
          <p:cNvSpPr/>
          <p:nvPr/>
        </p:nvSpPr>
        <p:spPr>
          <a:xfrm>
            <a:off x="3369128" y="3923847"/>
            <a:ext cx="159113" cy="96973"/>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8" name="Rectangle 37">
            <a:extLst>
              <a:ext uri="{FF2B5EF4-FFF2-40B4-BE49-F238E27FC236}">
                <a16:creationId xmlns:a16="http://schemas.microsoft.com/office/drawing/2014/main" id="{B8A0457C-2ADB-8F8F-7C73-5CA35422C46E}"/>
              </a:ext>
            </a:extLst>
          </p:cNvPr>
          <p:cNvSpPr/>
          <p:nvPr/>
        </p:nvSpPr>
        <p:spPr>
          <a:xfrm>
            <a:off x="3526972" y="3923847"/>
            <a:ext cx="159112" cy="96973"/>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9" name="Rectangle 38">
            <a:extLst>
              <a:ext uri="{FF2B5EF4-FFF2-40B4-BE49-F238E27FC236}">
                <a16:creationId xmlns:a16="http://schemas.microsoft.com/office/drawing/2014/main" id="{D5C75BA0-ACD2-ABE9-8E89-8520B5B644AE}"/>
              </a:ext>
            </a:extLst>
          </p:cNvPr>
          <p:cNvSpPr/>
          <p:nvPr/>
        </p:nvSpPr>
        <p:spPr>
          <a:xfrm>
            <a:off x="3053443" y="4019550"/>
            <a:ext cx="159113" cy="9697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0" name="Rectangle 39">
            <a:extLst>
              <a:ext uri="{FF2B5EF4-FFF2-40B4-BE49-F238E27FC236}">
                <a16:creationId xmlns:a16="http://schemas.microsoft.com/office/drawing/2014/main" id="{C759F9C9-311A-9E75-8504-6DF61B3B204B}"/>
              </a:ext>
            </a:extLst>
          </p:cNvPr>
          <p:cNvSpPr/>
          <p:nvPr/>
        </p:nvSpPr>
        <p:spPr>
          <a:xfrm>
            <a:off x="3211286" y="4019550"/>
            <a:ext cx="159113" cy="9697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1" name="Rectangle 40">
            <a:extLst>
              <a:ext uri="{FF2B5EF4-FFF2-40B4-BE49-F238E27FC236}">
                <a16:creationId xmlns:a16="http://schemas.microsoft.com/office/drawing/2014/main" id="{E9F27447-EDFD-C6F2-6E71-4B7B81C6E18D}"/>
              </a:ext>
            </a:extLst>
          </p:cNvPr>
          <p:cNvSpPr/>
          <p:nvPr/>
        </p:nvSpPr>
        <p:spPr>
          <a:xfrm>
            <a:off x="3369128" y="4019550"/>
            <a:ext cx="159113" cy="9697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2" name="Rectangle 41">
            <a:extLst>
              <a:ext uri="{FF2B5EF4-FFF2-40B4-BE49-F238E27FC236}">
                <a16:creationId xmlns:a16="http://schemas.microsoft.com/office/drawing/2014/main" id="{A471506C-E370-5957-66D5-0018844641FB}"/>
              </a:ext>
            </a:extLst>
          </p:cNvPr>
          <p:cNvSpPr/>
          <p:nvPr/>
        </p:nvSpPr>
        <p:spPr>
          <a:xfrm>
            <a:off x="3526972" y="4019550"/>
            <a:ext cx="159112" cy="9697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3" name="Rectangle 42">
            <a:extLst>
              <a:ext uri="{FF2B5EF4-FFF2-40B4-BE49-F238E27FC236}">
                <a16:creationId xmlns:a16="http://schemas.microsoft.com/office/drawing/2014/main" id="{17CE1436-FA79-4578-90CA-E327EE440D93}"/>
              </a:ext>
            </a:extLst>
          </p:cNvPr>
          <p:cNvSpPr/>
          <p:nvPr/>
        </p:nvSpPr>
        <p:spPr>
          <a:xfrm>
            <a:off x="3211286" y="4115253"/>
            <a:ext cx="159113" cy="9697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4" name="Rectangle 43">
            <a:extLst>
              <a:ext uri="{FF2B5EF4-FFF2-40B4-BE49-F238E27FC236}">
                <a16:creationId xmlns:a16="http://schemas.microsoft.com/office/drawing/2014/main" id="{AC1EF119-1C34-EDA8-665E-F350545CD271}"/>
              </a:ext>
            </a:extLst>
          </p:cNvPr>
          <p:cNvSpPr/>
          <p:nvPr/>
        </p:nvSpPr>
        <p:spPr>
          <a:xfrm>
            <a:off x="3369128" y="4115253"/>
            <a:ext cx="159113" cy="9697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5" name="Rectangle 44">
            <a:extLst>
              <a:ext uri="{FF2B5EF4-FFF2-40B4-BE49-F238E27FC236}">
                <a16:creationId xmlns:a16="http://schemas.microsoft.com/office/drawing/2014/main" id="{8BEA19B3-E5EA-3675-54AB-6745F17C5F5F}"/>
              </a:ext>
            </a:extLst>
          </p:cNvPr>
          <p:cNvSpPr/>
          <p:nvPr/>
        </p:nvSpPr>
        <p:spPr>
          <a:xfrm>
            <a:off x="3526972" y="4115253"/>
            <a:ext cx="159112" cy="9697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6" name="Rectangle 45">
            <a:extLst>
              <a:ext uri="{FF2B5EF4-FFF2-40B4-BE49-F238E27FC236}">
                <a16:creationId xmlns:a16="http://schemas.microsoft.com/office/drawing/2014/main" id="{33D5B293-276E-DEC1-A72A-43FC291C7D42}"/>
              </a:ext>
            </a:extLst>
          </p:cNvPr>
          <p:cNvSpPr/>
          <p:nvPr/>
        </p:nvSpPr>
        <p:spPr>
          <a:xfrm>
            <a:off x="3211286" y="4210957"/>
            <a:ext cx="159113" cy="9697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7" name="Rectangle 46">
            <a:extLst>
              <a:ext uri="{FF2B5EF4-FFF2-40B4-BE49-F238E27FC236}">
                <a16:creationId xmlns:a16="http://schemas.microsoft.com/office/drawing/2014/main" id="{5EDD8189-A888-5D30-80A2-44CD44062279}"/>
              </a:ext>
            </a:extLst>
          </p:cNvPr>
          <p:cNvSpPr/>
          <p:nvPr/>
        </p:nvSpPr>
        <p:spPr>
          <a:xfrm>
            <a:off x="3369128" y="4210957"/>
            <a:ext cx="159113" cy="9697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8" name="Rectangle 47">
            <a:extLst>
              <a:ext uri="{FF2B5EF4-FFF2-40B4-BE49-F238E27FC236}">
                <a16:creationId xmlns:a16="http://schemas.microsoft.com/office/drawing/2014/main" id="{993729B2-9C1F-A179-022F-F252B7F13F0C}"/>
              </a:ext>
            </a:extLst>
          </p:cNvPr>
          <p:cNvSpPr/>
          <p:nvPr/>
        </p:nvSpPr>
        <p:spPr>
          <a:xfrm>
            <a:off x="3526972" y="4210957"/>
            <a:ext cx="159112" cy="9697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9" name="Rectangle 48">
            <a:extLst>
              <a:ext uri="{FF2B5EF4-FFF2-40B4-BE49-F238E27FC236}">
                <a16:creationId xmlns:a16="http://schemas.microsoft.com/office/drawing/2014/main" id="{1C418FCE-C2BB-76D0-6514-4304D8636922}"/>
              </a:ext>
            </a:extLst>
          </p:cNvPr>
          <p:cNvSpPr/>
          <p:nvPr/>
        </p:nvSpPr>
        <p:spPr>
          <a:xfrm>
            <a:off x="3684814" y="4210957"/>
            <a:ext cx="159113" cy="9697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0" name="Rectangle 49">
            <a:extLst>
              <a:ext uri="{FF2B5EF4-FFF2-40B4-BE49-F238E27FC236}">
                <a16:creationId xmlns:a16="http://schemas.microsoft.com/office/drawing/2014/main" id="{BA4861EB-CC41-CEBD-E9AD-F0B28A0F21AC}"/>
              </a:ext>
            </a:extLst>
          </p:cNvPr>
          <p:cNvSpPr/>
          <p:nvPr/>
        </p:nvSpPr>
        <p:spPr>
          <a:xfrm>
            <a:off x="3211286" y="4306661"/>
            <a:ext cx="159113" cy="96973"/>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1" name="Rectangle 50">
            <a:extLst>
              <a:ext uri="{FF2B5EF4-FFF2-40B4-BE49-F238E27FC236}">
                <a16:creationId xmlns:a16="http://schemas.microsoft.com/office/drawing/2014/main" id="{628B5A92-CE66-E0C1-DAF3-EFFA4A8C2D5C}"/>
              </a:ext>
            </a:extLst>
          </p:cNvPr>
          <p:cNvSpPr/>
          <p:nvPr/>
        </p:nvSpPr>
        <p:spPr>
          <a:xfrm>
            <a:off x="3369128" y="4306661"/>
            <a:ext cx="159113" cy="96973"/>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2" name="Rectangle 51">
            <a:extLst>
              <a:ext uri="{FF2B5EF4-FFF2-40B4-BE49-F238E27FC236}">
                <a16:creationId xmlns:a16="http://schemas.microsoft.com/office/drawing/2014/main" id="{FE387D07-53E3-088A-8CB3-94C7F42E5B91}"/>
              </a:ext>
            </a:extLst>
          </p:cNvPr>
          <p:cNvSpPr/>
          <p:nvPr/>
        </p:nvSpPr>
        <p:spPr>
          <a:xfrm>
            <a:off x="3526972" y="4306661"/>
            <a:ext cx="159112" cy="96973"/>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3" name="Rectangle 52">
            <a:extLst>
              <a:ext uri="{FF2B5EF4-FFF2-40B4-BE49-F238E27FC236}">
                <a16:creationId xmlns:a16="http://schemas.microsoft.com/office/drawing/2014/main" id="{99C85715-E4B9-7B65-F8F1-1215B3510D8A}"/>
              </a:ext>
            </a:extLst>
          </p:cNvPr>
          <p:cNvSpPr/>
          <p:nvPr/>
        </p:nvSpPr>
        <p:spPr>
          <a:xfrm>
            <a:off x="3684814" y="4306661"/>
            <a:ext cx="159113" cy="96973"/>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4" name="Rectangle 53">
            <a:extLst>
              <a:ext uri="{FF2B5EF4-FFF2-40B4-BE49-F238E27FC236}">
                <a16:creationId xmlns:a16="http://schemas.microsoft.com/office/drawing/2014/main" id="{F3376442-BC9E-4C78-882B-4517C646DC25}"/>
              </a:ext>
            </a:extLst>
          </p:cNvPr>
          <p:cNvSpPr/>
          <p:nvPr/>
        </p:nvSpPr>
        <p:spPr>
          <a:xfrm>
            <a:off x="3211286" y="4402364"/>
            <a:ext cx="159113" cy="9697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5" name="Rectangle 54">
            <a:extLst>
              <a:ext uri="{FF2B5EF4-FFF2-40B4-BE49-F238E27FC236}">
                <a16:creationId xmlns:a16="http://schemas.microsoft.com/office/drawing/2014/main" id="{51178960-E097-CFCE-F543-3BAC6F6F1D19}"/>
              </a:ext>
            </a:extLst>
          </p:cNvPr>
          <p:cNvSpPr/>
          <p:nvPr/>
        </p:nvSpPr>
        <p:spPr>
          <a:xfrm>
            <a:off x="3369128" y="4402364"/>
            <a:ext cx="159113" cy="9697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6" name="Rectangle 55">
            <a:extLst>
              <a:ext uri="{FF2B5EF4-FFF2-40B4-BE49-F238E27FC236}">
                <a16:creationId xmlns:a16="http://schemas.microsoft.com/office/drawing/2014/main" id="{73AA4C89-7FDF-5EAA-D61C-4CD7AE4F1A10}"/>
              </a:ext>
            </a:extLst>
          </p:cNvPr>
          <p:cNvSpPr/>
          <p:nvPr/>
        </p:nvSpPr>
        <p:spPr>
          <a:xfrm>
            <a:off x="3526972" y="4402364"/>
            <a:ext cx="159112" cy="9697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7" name="Rectangle 56">
            <a:extLst>
              <a:ext uri="{FF2B5EF4-FFF2-40B4-BE49-F238E27FC236}">
                <a16:creationId xmlns:a16="http://schemas.microsoft.com/office/drawing/2014/main" id="{DAFDCC8E-8CBD-0004-24BB-487687CA646C}"/>
              </a:ext>
            </a:extLst>
          </p:cNvPr>
          <p:cNvSpPr/>
          <p:nvPr/>
        </p:nvSpPr>
        <p:spPr>
          <a:xfrm>
            <a:off x="3684814" y="4402364"/>
            <a:ext cx="159113" cy="9697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8" name="Rectangle 57">
            <a:extLst>
              <a:ext uri="{FF2B5EF4-FFF2-40B4-BE49-F238E27FC236}">
                <a16:creationId xmlns:a16="http://schemas.microsoft.com/office/drawing/2014/main" id="{D25F6673-2C26-FE80-2555-D390711D5D2A}"/>
              </a:ext>
            </a:extLst>
          </p:cNvPr>
          <p:cNvSpPr/>
          <p:nvPr/>
        </p:nvSpPr>
        <p:spPr>
          <a:xfrm>
            <a:off x="3369128" y="4498068"/>
            <a:ext cx="159113" cy="96973"/>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9" name="Rectangle 58">
            <a:extLst>
              <a:ext uri="{FF2B5EF4-FFF2-40B4-BE49-F238E27FC236}">
                <a16:creationId xmlns:a16="http://schemas.microsoft.com/office/drawing/2014/main" id="{7C71C882-4A56-90F7-DA87-1DAD4CAAD867}"/>
              </a:ext>
            </a:extLst>
          </p:cNvPr>
          <p:cNvSpPr/>
          <p:nvPr/>
        </p:nvSpPr>
        <p:spPr>
          <a:xfrm>
            <a:off x="3526972" y="4498068"/>
            <a:ext cx="159112" cy="96973"/>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0" name="Rectangle 59">
            <a:extLst>
              <a:ext uri="{FF2B5EF4-FFF2-40B4-BE49-F238E27FC236}">
                <a16:creationId xmlns:a16="http://schemas.microsoft.com/office/drawing/2014/main" id="{A2AA38F3-B484-7C45-1B4F-0CB24622EF0D}"/>
              </a:ext>
            </a:extLst>
          </p:cNvPr>
          <p:cNvSpPr/>
          <p:nvPr/>
        </p:nvSpPr>
        <p:spPr>
          <a:xfrm>
            <a:off x="3684814" y="4498068"/>
            <a:ext cx="159113" cy="96973"/>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1" name="Rectangle 60">
            <a:extLst>
              <a:ext uri="{FF2B5EF4-FFF2-40B4-BE49-F238E27FC236}">
                <a16:creationId xmlns:a16="http://schemas.microsoft.com/office/drawing/2014/main" id="{9C2678D2-0A17-B24D-920B-499ADC480260}"/>
              </a:ext>
            </a:extLst>
          </p:cNvPr>
          <p:cNvSpPr/>
          <p:nvPr/>
        </p:nvSpPr>
        <p:spPr>
          <a:xfrm>
            <a:off x="3369128" y="4593772"/>
            <a:ext cx="159113" cy="96973"/>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2" name="Rectangle 61">
            <a:extLst>
              <a:ext uri="{FF2B5EF4-FFF2-40B4-BE49-F238E27FC236}">
                <a16:creationId xmlns:a16="http://schemas.microsoft.com/office/drawing/2014/main" id="{2A7B97A5-AB4D-CF33-9AE8-7C4271AA349F}"/>
              </a:ext>
            </a:extLst>
          </p:cNvPr>
          <p:cNvSpPr/>
          <p:nvPr/>
        </p:nvSpPr>
        <p:spPr>
          <a:xfrm>
            <a:off x="3526972" y="4593772"/>
            <a:ext cx="159112" cy="96973"/>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3" name="Rectangle 62">
            <a:extLst>
              <a:ext uri="{FF2B5EF4-FFF2-40B4-BE49-F238E27FC236}">
                <a16:creationId xmlns:a16="http://schemas.microsoft.com/office/drawing/2014/main" id="{07DF6C7D-0D8B-8BF3-9A86-B435F1433153}"/>
              </a:ext>
            </a:extLst>
          </p:cNvPr>
          <p:cNvSpPr/>
          <p:nvPr/>
        </p:nvSpPr>
        <p:spPr>
          <a:xfrm>
            <a:off x="3684814" y="4593772"/>
            <a:ext cx="159113" cy="96973"/>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4" name="Rectangle 63">
            <a:extLst>
              <a:ext uri="{FF2B5EF4-FFF2-40B4-BE49-F238E27FC236}">
                <a16:creationId xmlns:a16="http://schemas.microsoft.com/office/drawing/2014/main" id="{41508589-B737-07D0-772C-5887060F5BBD}"/>
              </a:ext>
            </a:extLst>
          </p:cNvPr>
          <p:cNvSpPr/>
          <p:nvPr/>
        </p:nvSpPr>
        <p:spPr>
          <a:xfrm>
            <a:off x="3369128" y="4689475"/>
            <a:ext cx="159113" cy="9697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5" name="Rectangle 64">
            <a:extLst>
              <a:ext uri="{FF2B5EF4-FFF2-40B4-BE49-F238E27FC236}">
                <a16:creationId xmlns:a16="http://schemas.microsoft.com/office/drawing/2014/main" id="{E7CBA4D4-45F9-B75A-5BAE-B99394D3A985}"/>
              </a:ext>
            </a:extLst>
          </p:cNvPr>
          <p:cNvSpPr/>
          <p:nvPr/>
        </p:nvSpPr>
        <p:spPr>
          <a:xfrm>
            <a:off x="3526972" y="4689475"/>
            <a:ext cx="159112" cy="9697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6" name="Rectangle 65">
            <a:extLst>
              <a:ext uri="{FF2B5EF4-FFF2-40B4-BE49-F238E27FC236}">
                <a16:creationId xmlns:a16="http://schemas.microsoft.com/office/drawing/2014/main" id="{986FFAD1-6045-EBD1-4C9B-1EAFC308AB0D}"/>
              </a:ext>
            </a:extLst>
          </p:cNvPr>
          <p:cNvSpPr/>
          <p:nvPr/>
        </p:nvSpPr>
        <p:spPr>
          <a:xfrm>
            <a:off x="3684814" y="4689475"/>
            <a:ext cx="159113" cy="9697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7" name="Rectangle 66">
            <a:extLst>
              <a:ext uri="{FF2B5EF4-FFF2-40B4-BE49-F238E27FC236}">
                <a16:creationId xmlns:a16="http://schemas.microsoft.com/office/drawing/2014/main" id="{E0261CE8-CDF7-360F-D5C2-725698039220}"/>
              </a:ext>
            </a:extLst>
          </p:cNvPr>
          <p:cNvSpPr/>
          <p:nvPr/>
        </p:nvSpPr>
        <p:spPr>
          <a:xfrm>
            <a:off x="3369128" y="4785178"/>
            <a:ext cx="159113" cy="9697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8" name="Rectangle 67">
            <a:extLst>
              <a:ext uri="{FF2B5EF4-FFF2-40B4-BE49-F238E27FC236}">
                <a16:creationId xmlns:a16="http://schemas.microsoft.com/office/drawing/2014/main" id="{E9897057-90BA-8650-5AA4-692AFAED07C8}"/>
              </a:ext>
            </a:extLst>
          </p:cNvPr>
          <p:cNvSpPr/>
          <p:nvPr/>
        </p:nvSpPr>
        <p:spPr>
          <a:xfrm>
            <a:off x="3526972" y="4785178"/>
            <a:ext cx="159112" cy="9697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9" name="Rectangle 68">
            <a:extLst>
              <a:ext uri="{FF2B5EF4-FFF2-40B4-BE49-F238E27FC236}">
                <a16:creationId xmlns:a16="http://schemas.microsoft.com/office/drawing/2014/main" id="{BBA8BC79-5B73-EAF3-777E-7652CE05BCFB}"/>
              </a:ext>
            </a:extLst>
          </p:cNvPr>
          <p:cNvSpPr/>
          <p:nvPr/>
        </p:nvSpPr>
        <p:spPr>
          <a:xfrm>
            <a:off x="3684814" y="4785178"/>
            <a:ext cx="159113" cy="9697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70" name="Rectangle 69">
            <a:extLst>
              <a:ext uri="{FF2B5EF4-FFF2-40B4-BE49-F238E27FC236}">
                <a16:creationId xmlns:a16="http://schemas.microsoft.com/office/drawing/2014/main" id="{6E36777A-DD53-1A21-2230-00166A045B53}"/>
              </a:ext>
            </a:extLst>
          </p:cNvPr>
          <p:cNvSpPr/>
          <p:nvPr/>
        </p:nvSpPr>
        <p:spPr>
          <a:xfrm>
            <a:off x="3842657" y="4785178"/>
            <a:ext cx="159113" cy="9697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71" name="Rectangle 70">
            <a:extLst>
              <a:ext uri="{FF2B5EF4-FFF2-40B4-BE49-F238E27FC236}">
                <a16:creationId xmlns:a16="http://schemas.microsoft.com/office/drawing/2014/main" id="{5CE2D1FF-783C-120B-ECC0-C5A07342F1A7}"/>
              </a:ext>
            </a:extLst>
          </p:cNvPr>
          <p:cNvSpPr/>
          <p:nvPr/>
        </p:nvSpPr>
        <p:spPr>
          <a:xfrm>
            <a:off x="3526972" y="4880882"/>
            <a:ext cx="159112" cy="9697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72" name="Rectangle 71">
            <a:extLst>
              <a:ext uri="{FF2B5EF4-FFF2-40B4-BE49-F238E27FC236}">
                <a16:creationId xmlns:a16="http://schemas.microsoft.com/office/drawing/2014/main" id="{7BC01DD3-7BEF-E322-E6B9-A2EE176FBBA9}"/>
              </a:ext>
            </a:extLst>
          </p:cNvPr>
          <p:cNvSpPr/>
          <p:nvPr/>
        </p:nvSpPr>
        <p:spPr>
          <a:xfrm>
            <a:off x="3684814" y="4880882"/>
            <a:ext cx="159113" cy="9697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73" name="Rectangle 72">
            <a:extLst>
              <a:ext uri="{FF2B5EF4-FFF2-40B4-BE49-F238E27FC236}">
                <a16:creationId xmlns:a16="http://schemas.microsoft.com/office/drawing/2014/main" id="{712E2DD1-652F-8BC8-E8D0-8C4DB089F904}"/>
              </a:ext>
            </a:extLst>
          </p:cNvPr>
          <p:cNvSpPr/>
          <p:nvPr/>
        </p:nvSpPr>
        <p:spPr>
          <a:xfrm>
            <a:off x="3842657" y="4880882"/>
            <a:ext cx="159113" cy="9697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74" name="Rectangle 73">
            <a:extLst>
              <a:ext uri="{FF2B5EF4-FFF2-40B4-BE49-F238E27FC236}">
                <a16:creationId xmlns:a16="http://schemas.microsoft.com/office/drawing/2014/main" id="{6BBB9383-50EB-7561-E1D7-2199540621AA}"/>
              </a:ext>
            </a:extLst>
          </p:cNvPr>
          <p:cNvSpPr/>
          <p:nvPr/>
        </p:nvSpPr>
        <p:spPr>
          <a:xfrm>
            <a:off x="3526972" y="4976586"/>
            <a:ext cx="159112" cy="96973"/>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75" name="Rectangle 74">
            <a:extLst>
              <a:ext uri="{FF2B5EF4-FFF2-40B4-BE49-F238E27FC236}">
                <a16:creationId xmlns:a16="http://schemas.microsoft.com/office/drawing/2014/main" id="{F9659DE7-6975-B712-348F-CC6D616AAA38}"/>
              </a:ext>
            </a:extLst>
          </p:cNvPr>
          <p:cNvSpPr/>
          <p:nvPr/>
        </p:nvSpPr>
        <p:spPr>
          <a:xfrm>
            <a:off x="3684814" y="4976586"/>
            <a:ext cx="159113" cy="96973"/>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76" name="Rectangle 75">
            <a:extLst>
              <a:ext uri="{FF2B5EF4-FFF2-40B4-BE49-F238E27FC236}">
                <a16:creationId xmlns:a16="http://schemas.microsoft.com/office/drawing/2014/main" id="{A6851232-EFF7-1DBD-B684-29ABFDC4677B}"/>
              </a:ext>
            </a:extLst>
          </p:cNvPr>
          <p:cNvSpPr/>
          <p:nvPr/>
        </p:nvSpPr>
        <p:spPr>
          <a:xfrm>
            <a:off x="3842657" y="4976586"/>
            <a:ext cx="159113" cy="96973"/>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77" name="Rectangle 76">
            <a:extLst>
              <a:ext uri="{FF2B5EF4-FFF2-40B4-BE49-F238E27FC236}">
                <a16:creationId xmlns:a16="http://schemas.microsoft.com/office/drawing/2014/main" id="{91DAEA71-ECB6-C8B9-3C29-790FB53F2D4E}"/>
              </a:ext>
            </a:extLst>
          </p:cNvPr>
          <p:cNvSpPr/>
          <p:nvPr/>
        </p:nvSpPr>
        <p:spPr>
          <a:xfrm>
            <a:off x="3526972" y="5072289"/>
            <a:ext cx="159112" cy="9697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78" name="Rectangle 77">
            <a:extLst>
              <a:ext uri="{FF2B5EF4-FFF2-40B4-BE49-F238E27FC236}">
                <a16:creationId xmlns:a16="http://schemas.microsoft.com/office/drawing/2014/main" id="{65380200-933D-02C5-D743-70193F413DCA}"/>
              </a:ext>
            </a:extLst>
          </p:cNvPr>
          <p:cNvSpPr/>
          <p:nvPr/>
        </p:nvSpPr>
        <p:spPr>
          <a:xfrm>
            <a:off x="3684814" y="5072289"/>
            <a:ext cx="159113" cy="9697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79" name="Rectangle 78">
            <a:extLst>
              <a:ext uri="{FF2B5EF4-FFF2-40B4-BE49-F238E27FC236}">
                <a16:creationId xmlns:a16="http://schemas.microsoft.com/office/drawing/2014/main" id="{348303BB-013B-5323-78A3-79FE73448DFE}"/>
              </a:ext>
            </a:extLst>
          </p:cNvPr>
          <p:cNvSpPr/>
          <p:nvPr/>
        </p:nvSpPr>
        <p:spPr>
          <a:xfrm>
            <a:off x="3842657" y="5072289"/>
            <a:ext cx="159113" cy="96974"/>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80" name="Rectangle 79">
            <a:extLst>
              <a:ext uri="{FF2B5EF4-FFF2-40B4-BE49-F238E27FC236}">
                <a16:creationId xmlns:a16="http://schemas.microsoft.com/office/drawing/2014/main" id="{725C659F-A002-AF32-DC2A-2DB9D8C19CC9}"/>
              </a:ext>
            </a:extLst>
          </p:cNvPr>
          <p:cNvSpPr/>
          <p:nvPr/>
        </p:nvSpPr>
        <p:spPr>
          <a:xfrm>
            <a:off x="3526972" y="5167993"/>
            <a:ext cx="159112" cy="96973"/>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81" name="Rectangle 80">
            <a:extLst>
              <a:ext uri="{FF2B5EF4-FFF2-40B4-BE49-F238E27FC236}">
                <a16:creationId xmlns:a16="http://schemas.microsoft.com/office/drawing/2014/main" id="{110060ED-10D3-62F5-C971-A4B062B2A5A4}"/>
              </a:ext>
            </a:extLst>
          </p:cNvPr>
          <p:cNvSpPr/>
          <p:nvPr/>
        </p:nvSpPr>
        <p:spPr>
          <a:xfrm>
            <a:off x="3684814" y="5167993"/>
            <a:ext cx="159113" cy="96973"/>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82" name="Rectangle 81">
            <a:extLst>
              <a:ext uri="{FF2B5EF4-FFF2-40B4-BE49-F238E27FC236}">
                <a16:creationId xmlns:a16="http://schemas.microsoft.com/office/drawing/2014/main" id="{52FE20DE-3BAF-F04C-1AA1-CD6E27A63C5D}"/>
              </a:ext>
            </a:extLst>
          </p:cNvPr>
          <p:cNvSpPr/>
          <p:nvPr/>
        </p:nvSpPr>
        <p:spPr>
          <a:xfrm>
            <a:off x="3842657" y="5167993"/>
            <a:ext cx="159113" cy="96973"/>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83" name="Rectangle 82">
            <a:extLst>
              <a:ext uri="{FF2B5EF4-FFF2-40B4-BE49-F238E27FC236}">
                <a16:creationId xmlns:a16="http://schemas.microsoft.com/office/drawing/2014/main" id="{542C0A6E-BECD-B536-81AD-D6442707DC99}"/>
              </a:ext>
            </a:extLst>
          </p:cNvPr>
          <p:cNvSpPr/>
          <p:nvPr/>
        </p:nvSpPr>
        <p:spPr>
          <a:xfrm>
            <a:off x="3526972" y="5263697"/>
            <a:ext cx="159112" cy="96973"/>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84" name="Rectangle 83">
            <a:extLst>
              <a:ext uri="{FF2B5EF4-FFF2-40B4-BE49-F238E27FC236}">
                <a16:creationId xmlns:a16="http://schemas.microsoft.com/office/drawing/2014/main" id="{E442F8A6-1B76-F393-8DAB-6679BD338818}"/>
              </a:ext>
            </a:extLst>
          </p:cNvPr>
          <p:cNvSpPr/>
          <p:nvPr/>
        </p:nvSpPr>
        <p:spPr>
          <a:xfrm>
            <a:off x="3684814" y="5263697"/>
            <a:ext cx="159113" cy="96973"/>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85" name="Rectangle 84">
            <a:extLst>
              <a:ext uri="{FF2B5EF4-FFF2-40B4-BE49-F238E27FC236}">
                <a16:creationId xmlns:a16="http://schemas.microsoft.com/office/drawing/2014/main" id="{538A7FF6-4030-9D16-B5C3-0BA307D56F77}"/>
              </a:ext>
            </a:extLst>
          </p:cNvPr>
          <p:cNvSpPr/>
          <p:nvPr/>
        </p:nvSpPr>
        <p:spPr>
          <a:xfrm>
            <a:off x="3842657" y="5263697"/>
            <a:ext cx="159113" cy="96973"/>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86" name="Rectangle 85">
            <a:extLst>
              <a:ext uri="{FF2B5EF4-FFF2-40B4-BE49-F238E27FC236}">
                <a16:creationId xmlns:a16="http://schemas.microsoft.com/office/drawing/2014/main" id="{662B2366-4948-108D-9FA0-36535D9DBF28}"/>
              </a:ext>
            </a:extLst>
          </p:cNvPr>
          <p:cNvSpPr/>
          <p:nvPr/>
        </p:nvSpPr>
        <p:spPr>
          <a:xfrm>
            <a:off x="4000500" y="5263697"/>
            <a:ext cx="159113" cy="96973"/>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87" name="Straight Connector 86">
            <a:extLst>
              <a:ext uri="{FF2B5EF4-FFF2-40B4-BE49-F238E27FC236}">
                <a16:creationId xmlns:a16="http://schemas.microsoft.com/office/drawing/2014/main" id="{B56A12B6-E9E9-390E-F33E-2B0B37515DBC}"/>
              </a:ext>
            </a:extLst>
          </p:cNvPr>
          <p:cNvCxnSpPr/>
          <p:nvPr/>
        </p:nvCxnSpPr>
        <p:spPr>
          <a:xfrm>
            <a:off x="1545167" y="3175941"/>
            <a:ext cx="920750" cy="297744"/>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88" name="Straight Connector 87">
            <a:extLst>
              <a:ext uri="{FF2B5EF4-FFF2-40B4-BE49-F238E27FC236}">
                <a16:creationId xmlns:a16="http://schemas.microsoft.com/office/drawing/2014/main" id="{47B4277B-4A28-BA28-4A82-8FB9F665F2A5}"/>
              </a:ext>
            </a:extLst>
          </p:cNvPr>
          <p:cNvCxnSpPr/>
          <p:nvPr/>
        </p:nvCxnSpPr>
        <p:spPr>
          <a:xfrm>
            <a:off x="1545167" y="3175941"/>
            <a:ext cx="1595966"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89" name="Straight Connector 88">
            <a:extLst>
              <a:ext uri="{FF2B5EF4-FFF2-40B4-BE49-F238E27FC236}">
                <a16:creationId xmlns:a16="http://schemas.microsoft.com/office/drawing/2014/main" id="{B895042B-FCE5-1FA1-4435-68D158ADE789}"/>
              </a:ext>
            </a:extLst>
          </p:cNvPr>
          <p:cNvCxnSpPr/>
          <p:nvPr/>
        </p:nvCxnSpPr>
        <p:spPr>
          <a:xfrm flipH="1">
            <a:off x="931333" y="3175941"/>
            <a:ext cx="613834" cy="1488722"/>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90" name="Straight Connector 89">
            <a:extLst>
              <a:ext uri="{FF2B5EF4-FFF2-40B4-BE49-F238E27FC236}">
                <a16:creationId xmlns:a16="http://schemas.microsoft.com/office/drawing/2014/main" id="{F61BC698-5C97-17FC-C8EA-43BE57AF227D}"/>
              </a:ext>
            </a:extLst>
          </p:cNvPr>
          <p:cNvCxnSpPr/>
          <p:nvPr/>
        </p:nvCxnSpPr>
        <p:spPr>
          <a:xfrm flipV="1">
            <a:off x="3141133" y="3076693"/>
            <a:ext cx="552450" cy="99248"/>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FDC86841-45FC-65DC-09AC-31CBC2437F55}"/>
              </a:ext>
            </a:extLst>
          </p:cNvPr>
          <p:cNvCxnSpPr/>
          <p:nvPr/>
        </p:nvCxnSpPr>
        <p:spPr>
          <a:xfrm flipV="1">
            <a:off x="3141133" y="2878196"/>
            <a:ext cx="859367" cy="297745"/>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92" name="Straight Connector 91">
            <a:extLst>
              <a:ext uri="{FF2B5EF4-FFF2-40B4-BE49-F238E27FC236}">
                <a16:creationId xmlns:a16="http://schemas.microsoft.com/office/drawing/2014/main" id="{07D27790-5E4C-3D53-48B3-D76F0BED0A51}"/>
              </a:ext>
            </a:extLst>
          </p:cNvPr>
          <p:cNvCxnSpPr/>
          <p:nvPr/>
        </p:nvCxnSpPr>
        <p:spPr>
          <a:xfrm>
            <a:off x="3141133" y="3175941"/>
            <a:ext cx="1104900" cy="694737"/>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93" name="Straight Connector 92">
            <a:extLst>
              <a:ext uri="{FF2B5EF4-FFF2-40B4-BE49-F238E27FC236}">
                <a16:creationId xmlns:a16="http://schemas.microsoft.com/office/drawing/2014/main" id="{9CFDEFCA-636E-1D4F-939F-DBB81E4C7AAD}"/>
              </a:ext>
            </a:extLst>
          </p:cNvPr>
          <p:cNvCxnSpPr/>
          <p:nvPr/>
        </p:nvCxnSpPr>
        <p:spPr>
          <a:xfrm flipV="1">
            <a:off x="3693583" y="2878196"/>
            <a:ext cx="306917" cy="198497"/>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94" name="Straight Connector 93">
            <a:extLst>
              <a:ext uri="{FF2B5EF4-FFF2-40B4-BE49-F238E27FC236}">
                <a16:creationId xmlns:a16="http://schemas.microsoft.com/office/drawing/2014/main" id="{0DB752EA-2CC5-F495-145B-86DA72068A05}"/>
              </a:ext>
            </a:extLst>
          </p:cNvPr>
          <p:cNvCxnSpPr/>
          <p:nvPr/>
        </p:nvCxnSpPr>
        <p:spPr>
          <a:xfrm>
            <a:off x="3693583" y="3076693"/>
            <a:ext cx="552450" cy="793985"/>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95" name="Straight Connector 94">
            <a:extLst>
              <a:ext uri="{FF2B5EF4-FFF2-40B4-BE49-F238E27FC236}">
                <a16:creationId xmlns:a16="http://schemas.microsoft.com/office/drawing/2014/main" id="{6AA0D655-152A-2F3D-C07F-A79D3F1BDA7E}"/>
              </a:ext>
            </a:extLst>
          </p:cNvPr>
          <p:cNvCxnSpPr/>
          <p:nvPr/>
        </p:nvCxnSpPr>
        <p:spPr>
          <a:xfrm>
            <a:off x="4000500" y="2878196"/>
            <a:ext cx="245533" cy="992482"/>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96" name="Straight Connector 95">
            <a:extLst>
              <a:ext uri="{FF2B5EF4-FFF2-40B4-BE49-F238E27FC236}">
                <a16:creationId xmlns:a16="http://schemas.microsoft.com/office/drawing/2014/main" id="{8965DDDC-29A7-F8A4-42D6-EE59EDA76D24}"/>
              </a:ext>
            </a:extLst>
          </p:cNvPr>
          <p:cNvCxnSpPr/>
          <p:nvPr/>
        </p:nvCxnSpPr>
        <p:spPr>
          <a:xfrm>
            <a:off x="4246033" y="3870678"/>
            <a:ext cx="245534" cy="49624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97" name="Straight Connector 96">
            <a:extLst>
              <a:ext uri="{FF2B5EF4-FFF2-40B4-BE49-F238E27FC236}">
                <a16:creationId xmlns:a16="http://schemas.microsoft.com/office/drawing/2014/main" id="{C37236A0-D1FF-97BE-1319-BEB69196D872}"/>
              </a:ext>
            </a:extLst>
          </p:cNvPr>
          <p:cNvCxnSpPr/>
          <p:nvPr/>
        </p:nvCxnSpPr>
        <p:spPr>
          <a:xfrm>
            <a:off x="4491567" y="4366918"/>
            <a:ext cx="245533" cy="793986"/>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98" name="Straight Connector 97">
            <a:extLst>
              <a:ext uri="{FF2B5EF4-FFF2-40B4-BE49-F238E27FC236}">
                <a16:creationId xmlns:a16="http://schemas.microsoft.com/office/drawing/2014/main" id="{7A37B4D2-816D-0B10-9F65-0D3B5CDF007B}"/>
              </a:ext>
            </a:extLst>
          </p:cNvPr>
          <p:cNvCxnSpPr/>
          <p:nvPr/>
        </p:nvCxnSpPr>
        <p:spPr>
          <a:xfrm>
            <a:off x="4246033" y="3870678"/>
            <a:ext cx="491067" cy="1290226"/>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99" name="Straight Connector 98">
            <a:extLst>
              <a:ext uri="{FF2B5EF4-FFF2-40B4-BE49-F238E27FC236}">
                <a16:creationId xmlns:a16="http://schemas.microsoft.com/office/drawing/2014/main" id="{F46CD065-AB45-BD8D-30E8-FCF3C24EA581}"/>
              </a:ext>
            </a:extLst>
          </p:cNvPr>
          <p:cNvCxnSpPr/>
          <p:nvPr/>
        </p:nvCxnSpPr>
        <p:spPr>
          <a:xfrm flipH="1">
            <a:off x="931333" y="3473685"/>
            <a:ext cx="1534584" cy="1190978"/>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100" name="Straight Connector 99">
            <a:extLst>
              <a:ext uri="{FF2B5EF4-FFF2-40B4-BE49-F238E27FC236}">
                <a16:creationId xmlns:a16="http://schemas.microsoft.com/office/drawing/2014/main" id="{E0995B28-FCF0-839A-9BA6-2D9A5C17E493}"/>
              </a:ext>
            </a:extLst>
          </p:cNvPr>
          <p:cNvCxnSpPr/>
          <p:nvPr/>
        </p:nvCxnSpPr>
        <p:spPr>
          <a:xfrm flipH="1" flipV="1">
            <a:off x="2465917" y="3473685"/>
            <a:ext cx="429683" cy="992482"/>
          </a:xfrm>
          <a:prstGeom prst="line">
            <a:avLst/>
          </a:prstGeom>
          <a:ln w="27940">
            <a:solidFill>
              <a:srgbClr val="137F79"/>
            </a:solidFill>
          </a:ln>
        </p:spPr>
        <p:style>
          <a:lnRef idx="2">
            <a:schemeClr val="accent1"/>
          </a:lnRef>
          <a:fillRef idx="0">
            <a:schemeClr val="accent1"/>
          </a:fillRef>
          <a:effectRef idx="1">
            <a:schemeClr val="accent1"/>
          </a:effectRef>
          <a:fontRef idx="minor">
            <a:schemeClr val="tx1"/>
          </a:fontRef>
        </p:style>
      </p:cxnSp>
      <p:cxnSp>
        <p:nvCxnSpPr>
          <p:cNvPr id="101" name="Straight Connector 100">
            <a:extLst>
              <a:ext uri="{FF2B5EF4-FFF2-40B4-BE49-F238E27FC236}">
                <a16:creationId xmlns:a16="http://schemas.microsoft.com/office/drawing/2014/main" id="{4CDC6B25-B123-ED0E-2307-96E1E0468051}"/>
              </a:ext>
            </a:extLst>
          </p:cNvPr>
          <p:cNvCxnSpPr/>
          <p:nvPr/>
        </p:nvCxnSpPr>
        <p:spPr>
          <a:xfrm flipH="1" flipV="1">
            <a:off x="1545167" y="3175941"/>
            <a:ext cx="1350433" cy="1290226"/>
          </a:xfrm>
          <a:prstGeom prst="line">
            <a:avLst/>
          </a:prstGeom>
          <a:ln w="27940">
            <a:solidFill>
              <a:srgbClr val="137F79"/>
            </a:solidFill>
          </a:ln>
        </p:spPr>
        <p:style>
          <a:lnRef idx="2">
            <a:schemeClr val="accent1"/>
          </a:lnRef>
          <a:fillRef idx="0">
            <a:schemeClr val="accent1"/>
          </a:fillRef>
          <a:effectRef idx="1">
            <a:schemeClr val="accent1"/>
          </a:effectRef>
          <a:fontRef idx="minor">
            <a:schemeClr val="tx1"/>
          </a:fontRef>
        </p:style>
      </p:cxnSp>
      <p:cxnSp>
        <p:nvCxnSpPr>
          <p:cNvPr id="102" name="Straight Connector 101">
            <a:extLst>
              <a:ext uri="{FF2B5EF4-FFF2-40B4-BE49-F238E27FC236}">
                <a16:creationId xmlns:a16="http://schemas.microsoft.com/office/drawing/2014/main" id="{690B0BF8-8203-48F1-BC35-C344462DC79C}"/>
              </a:ext>
            </a:extLst>
          </p:cNvPr>
          <p:cNvCxnSpPr/>
          <p:nvPr/>
        </p:nvCxnSpPr>
        <p:spPr>
          <a:xfrm flipV="1">
            <a:off x="2895600" y="3870678"/>
            <a:ext cx="1350433" cy="595489"/>
          </a:xfrm>
          <a:prstGeom prst="line">
            <a:avLst/>
          </a:prstGeom>
          <a:ln w="27940">
            <a:solidFill>
              <a:srgbClr val="C43C47"/>
            </a:solidFill>
            <a:prstDash val="dash"/>
          </a:ln>
        </p:spPr>
        <p:style>
          <a:lnRef idx="2">
            <a:schemeClr val="accent1"/>
          </a:lnRef>
          <a:fillRef idx="0">
            <a:schemeClr val="accent1"/>
          </a:fillRef>
          <a:effectRef idx="1">
            <a:schemeClr val="accent1"/>
          </a:effectRef>
          <a:fontRef idx="minor">
            <a:schemeClr val="tx1"/>
          </a:fontRef>
        </p:style>
      </p:cxnSp>
      <p:cxnSp>
        <p:nvCxnSpPr>
          <p:cNvPr id="103" name="Straight Connector 102">
            <a:extLst>
              <a:ext uri="{FF2B5EF4-FFF2-40B4-BE49-F238E27FC236}">
                <a16:creationId xmlns:a16="http://schemas.microsoft.com/office/drawing/2014/main" id="{7977BF61-9595-985E-99D3-97E206880719}"/>
              </a:ext>
            </a:extLst>
          </p:cNvPr>
          <p:cNvCxnSpPr/>
          <p:nvPr/>
        </p:nvCxnSpPr>
        <p:spPr>
          <a:xfrm>
            <a:off x="2895600" y="4466167"/>
            <a:ext cx="1841500" cy="694737"/>
          </a:xfrm>
          <a:prstGeom prst="line">
            <a:avLst/>
          </a:prstGeom>
          <a:ln w="27940">
            <a:solidFill>
              <a:srgbClr val="E88932"/>
            </a:solidFill>
            <a:prstDash val="dash"/>
          </a:ln>
        </p:spPr>
        <p:style>
          <a:lnRef idx="2">
            <a:schemeClr val="accent1"/>
          </a:lnRef>
          <a:fillRef idx="0">
            <a:schemeClr val="accent1"/>
          </a:fillRef>
          <a:effectRef idx="1">
            <a:schemeClr val="accent1"/>
          </a:effectRef>
          <a:fontRef idx="minor">
            <a:schemeClr val="tx1"/>
          </a:fontRef>
        </p:style>
      </p:cxnSp>
      <p:sp>
        <p:nvSpPr>
          <p:cNvPr id="104" name="Oval 103">
            <a:extLst>
              <a:ext uri="{FF2B5EF4-FFF2-40B4-BE49-F238E27FC236}">
                <a16:creationId xmlns:a16="http://schemas.microsoft.com/office/drawing/2014/main" id="{BD101823-AE47-791B-8F20-2FB844D59C56}"/>
              </a:ext>
            </a:extLst>
          </p:cNvPr>
          <p:cNvSpPr/>
          <p:nvPr/>
        </p:nvSpPr>
        <p:spPr>
          <a:xfrm>
            <a:off x="867833" y="4601163"/>
            <a:ext cx="127000" cy="1270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5" name="Oval 104">
            <a:extLst>
              <a:ext uri="{FF2B5EF4-FFF2-40B4-BE49-F238E27FC236}">
                <a16:creationId xmlns:a16="http://schemas.microsoft.com/office/drawing/2014/main" id="{DB2B2E22-BB67-6AA0-DA2D-363AF6D8C88C}"/>
              </a:ext>
            </a:extLst>
          </p:cNvPr>
          <p:cNvSpPr/>
          <p:nvPr/>
        </p:nvSpPr>
        <p:spPr>
          <a:xfrm>
            <a:off x="1481667" y="3112441"/>
            <a:ext cx="127000" cy="1270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6" name="Oval 105">
            <a:extLst>
              <a:ext uri="{FF2B5EF4-FFF2-40B4-BE49-F238E27FC236}">
                <a16:creationId xmlns:a16="http://schemas.microsoft.com/office/drawing/2014/main" id="{D4EA4A9B-CD86-306B-489A-18FA8BE1A35F}"/>
              </a:ext>
            </a:extLst>
          </p:cNvPr>
          <p:cNvSpPr/>
          <p:nvPr/>
        </p:nvSpPr>
        <p:spPr>
          <a:xfrm>
            <a:off x="2402417" y="3410185"/>
            <a:ext cx="127000" cy="1270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7" name="Oval 106">
            <a:extLst>
              <a:ext uri="{FF2B5EF4-FFF2-40B4-BE49-F238E27FC236}">
                <a16:creationId xmlns:a16="http://schemas.microsoft.com/office/drawing/2014/main" id="{B7F6B146-7AB1-8B57-0309-584AE6F90AAF}"/>
              </a:ext>
            </a:extLst>
          </p:cNvPr>
          <p:cNvSpPr/>
          <p:nvPr/>
        </p:nvSpPr>
        <p:spPr>
          <a:xfrm>
            <a:off x="3077633" y="3112441"/>
            <a:ext cx="127000" cy="1270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8" name="Oval 107">
            <a:extLst>
              <a:ext uri="{FF2B5EF4-FFF2-40B4-BE49-F238E27FC236}">
                <a16:creationId xmlns:a16="http://schemas.microsoft.com/office/drawing/2014/main" id="{25A922CA-B873-52E8-75CE-D82F2AE4BC77}"/>
              </a:ext>
            </a:extLst>
          </p:cNvPr>
          <p:cNvSpPr/>
          <p:nvPr/>
        </p:nvSpPr>
        <p:spPr>
          <a:xfrm>
            <a:off x="3630083" y="3013193"/>
            <a:ext cx="127000" cy="1270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9" name="Oval 108">
            <a:extLst>
              <a:ext uri="{FF2B5EF4-FFF2-40B4-BE49-F238E27FC236}">
                <a16:creationId xmlns:a16="http://schemas.microsoft.com/office/drawing/2014/main" id="{3DAD569F-3E2F-E14A-4488-CD7299C1C91C}"/>
              </a:ext>
            </a:extLst>
          </p:cNvPr>
          <p:cNvSpPr/>
          <p:nvPr/>
        </p:nvSpPr>
        <p:spPr>
          <a:xfrm>
            <a:off x="3937000" y="2814696"/>
            <a:ext cx="127000" cy="1270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0" name="Oval 109">
            <a:extLst>
              <a:ext uri="{FF2B5EF4-FFF2-40B4-BE49-F238E27FC236}">
                <a16:creationId xmlns:a16="http://schemas.microsoft.com/office/drawing/2014/main" id="{127B43F3-DE16-FCC0-2551-C16A9368817A}"/>
              </a:ext>
            </a:extLst>
          </p:cNvPr>
          <p:cNvSpPr/>
          <p:nvPr/>
        </p:nvSpPr>
        <p:spPr>
          <a:xfrm>
            <a:off x="4182533" y="3807178"/>
            <a:ext cx="127000" cy="1270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1" name="Oval 110">
            <a:extLst>
              <a:ext uri="{FF2B5EF4-FFF2-40B4-BE49-F238E27FC236}">
                <a16:creationId xmlns:a16="http://schemas.microsoft.com/office/drawing/2014/main" id="{4BC1305C-7D56-DC53-B434-5FC9EF963C30}"/>
              </a:ext>
            </a:extLst>
          </p:cNvPr>
          <p:cNvSpPr/>
          <p:nvPr/>
        </p:nvSpPr>
        <p:spPr>
          <a:xfrm>
            <a:off x="4428067" y="4303418"/>
            <a:ext cx="127000" cy="1270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2" name="Oval 111">
            <a:extLst>
              <a:ext uri="{FF2B5EF4-FFF2-40B4-BE49-F238E27FC236}">
                <a16:creationId xmlns:a16="http://schemas.microsoft.com/office/drawing/2014/main" id="{995F51E8-2926-E97E-63E0-97BCD3822362}"/>
              </a:ext>
            </a:extLst>
          </p:cNvPr>
          <p:cNvSpPr/>
          <p:nvPr/>
        </p:nvSpPr>
        <p:spPr>
          <a:xfrm>
            <a:off x="4673600" y="5097404"/>
            <a:ext cx="127000" cy="1270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3" name="Oval 112">
            <a:extLst>
              <a:ext uri="{FF2B5EF4-FFF2-40B4-BE49-F238E27FC236}">
                <a16:creationId xmlns:a16="http://schemas.microsoft.com/office/drawing/2014/main" id="{F82406C8-0702-DC57-77D5-A5A2BAC2B20C}"/>
              </a:ext>
            </a:extLst>
          </p:cNvPr>
          <p:cNvSpPr/>
          <p:nvPr/>
        </p:nvSpPr>
        <p:spPr>
          <a:xfrm>
            <a:off x="2794000" y="4364567"/>
            <a:ext cx="203200" cy="203200"/>
          </a:xfrm>
          <a:prstGeom prst="ellipse">
            <a:avLst/>
          </a:prstGeom>
          <a:solidFill>
            <a:srgbClr val="E889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4" name="text_113">
            <a:extLst>
              <a:ext uri="{FF2B5EF4-FFF2-40B4-BE49-F238E27FC236}">
                <a16:creationId xmlns:a16="http://schemas.microsoft.com/office/drawing/2014/main" id="{D25735DB-26C7-C6C6-0773-CD20115486C0}"/>
              </a:ext>
            </a:extLst>
          </p:cNvPr>
          <p:cNvSpPr txBox="1"/>
          <p:nvPr/>
        </p:nvSpPr>
        <p:spPr>
          <a:xfrm>
            <a:off x="2387600" y="4643966"/>
            <a:ext cx="1193800" cy="508000"/>
          </a:xfrm>
          <a:prstGeom prst="rect">
            <a:avLst/>
          </a:prstGeom>
          <a:noFill/>
        </p:spPr>
        <p:txBody>
          <a:bodyPr vert="horz" wrap="square" lIns="0" tIns="0" rIns="0" bIns="0" rtlCol="0" anchor="t">
            <a:noAutofit/>
          </a:bodyPr>
          <a:lstStyle/>
          <a:p>
            <a:r>
              <a:rPr lang="en-IL" sz="2800">
                <a:solidFill>
                  <a:srgbClr val="AE651D"/>
                </a:solidFill>
                <a:latin typeface="Cambria Math" panose="02040503050406030204" pitchFamily="18" charset="0"/>
              </a:rPr>
              <a:t>q</a:t>
            </a:r>
            <a:r>
              <a:rPr lang="en-IL" sz="2016" baseline="-22000">
                <a:solidFill>
                  <a:srgbClr val="AE651D"/>
                </a:solidFill>
                <a:latin typeface="Cambria Math" panose="02040503050406030204" pitchFamily="18" charset="0"/>
              </a:rPr>
              <a:t>new</a:t>
            </a:r>
          </a:p>
        </p:txBody>
      </p:sp>
      <p:cxnSp>
        <p:nvCxnSpPr>
          <p:cNvPr id="115" name="Straight Connector 114">
            <a:extLst>
              <a:ext uri="{FF2B5EF4-FFF2-40B4-BE49-F238E27FC236}">
                <a16:creationId xmlns:a16="http://schemas.microsoft.com/office/drawing/2014/main" id="{F3678400-CB4F-8CA1-37B9-B1202FC777A5}"/>
              </a:ext>
            </a:extLst>
          </p:cNvPr>
          <p:cNvCxnSpPr/>
          <p:nvPr/>
        </p:nvCxnSpPr>
        <p:spPr>
          <a:xfrm>
            <a:off x="685800" y="5689600"/>
            <a:ext cx="317500" cy="0"/>
          </a:xfrm>
          <a:prstGeom prst="line">
            <a:avLst/>
          </a:prstGeom>
          <a:ln w="27940">
            <a:solidFill>
              <a:srgbClr val="137F79"/>
            </a:solidFill>
          </a:ln>
        </p:spPr>
        <p:style>
          <a:lnRef idx="2">
            <a:schemeClr val="accent1"/>
          </a:lnRef>
          <a:fillRef idx="0">
            <a:schemeClr val="accent1"/>
          </a:fillRef>
          <a:effectRef idx="1">
            <a:schemeClr val="accent1"/>
          </a:effectRef>
          <a:fontRef idx="minor">
            <a:schemeClr val="tx1"/>
          </a:fontRef>
        </p:style>
      </p:cxnSp>
      <p:sp>
        <p:nvSpPr>
          <p:cNvPr id="116" name="text_115">
            <a:extLst>
              <a:ext uri="{FF2B5EF4-FFF2-40B4-BE49-F238E27FC236}">
                <a16:creationId xmlns:a16="http://schemas.microsoft.com/office/drawing/2014/main" id="{E5CEE4B5-CD5F-BCAE-EA20-4DA9E8142498}"/>
              </a:ext>
            </a:extLst>
          </p:cNvPr>
          <p:cNvSpPr txBox="1"/>
          <p:nvPr/>
        </p:nvSpPr>
        <p:spPr>
          <a:xfrm>
            <a:off x="1092200" y="5486399"/>
            <a:ext cx="1270000" cy="457200"/>
          </a:xfrm>
          <a:prstGeom prst="rect">
            <a:avLst/>
          </a:prstGeom>
          <a:noFill/>
        </p:spPr>
        <p:txBody>
          <a:bodyPr vert="horz" wrap="square" lIns="0" tIns="0" rIns="0" bIns="0" rtlCol="0" anchor="t">
            <a:noAutofit/>
          </a:bodyPr>
          <a:lstStyle/>
          <a:p>
            <a:r>
              <a:rPr lang="en-IL" sz="2400">
                <a:solidFill>
                  <a:srgbClr val="137F79"/>
                </a:solidFill>
                <a:latin typeface="Aptos" panose="020B0004020202020204" pitchFamily="34" charset="0"/>
              </a:rPr>
              <a:t>valid</a:t>
            </a:r>
          </a:p>
        </p:txBody>
      </p:sp>
      <p:cxnSp>
        <p:nvCxnSpPr>
          <p:cNvPr id="117" name="Straight Connector 116">
            <a:extLst>
              <a:ext uri="{FF2B5EF4-FFF2-40B4-BE49-F238E27FC236}">
                <a16:creationId xmlns:a16="http://schemas.microsoft.com/office/drawing/2014/main" id="{BD203B73-8377-F241-2AAF-D43F1DFA7342}"/>
              </a:ext>
            </a:extLst>
          </p:cNvPr>
          <p:cNvCxnSpPr/>
          <p:nvPr/>
        </p:nvCxnSpPr>
        <p:spPr>
          <a:xfrm>
            <a:off x="2324100" y="5689600"/>
            <a:ext cx="330200" cy="0"/>
          </a:xfrm>
          <a:prstGeom prst="line">
            <a:avLst/>
          </a:prstGeom>
          <a:ln w="27940">
            <a:solidFill>
              <a:srgbClr val="C43C47"/>
            </a:solidFill>
            <a:prstDash val="dash"/>
          </a:ln>
        </p:spPr>
        <p:style>
          <a:lnRef idx="2">
            <a:schemeClr val="accent1"/>
          </a:lnRef>
          <a:fillRef idx="0">
            <a:schemeClr val="accent1"/>
          </a:fillRef>
          <a:effectRef idx="1">
            <a:schemeClr val="accent1"/>
          </a:effectRef>
          <a:fontRef idx="minor">
            <a:schemeClr val="tx1"/>
          </a:fontRef>
        </p:style>
      </p:cxnSp>
      <p:sp>
        <p:nvSpPr>
          <p:cNvPr id="118" name="text_117">
            <a:extLst>
              <a:ext uri="{FF2B5EF4-FFF2-40B4-BE49-F238E27FC236}">
                <a16:creationId xmlns:a16="http://schemas.microsoft.com/office/drawing/2014/main" id="{EBE188A1-DF19-7493-1A8E-D0A80079F4FE}"/>
              </a:ext>
            </a:extLst>
          </p:cNvPr>
          <p:cNvSpPr txBox="1"/>
          <p:nvPr/>
        </p:nvSpPr>
        <p:spPr>
          <a:xfrm>
            <a:off x="2730500" y="5486399"/>
            <a:ext cx="1511300" cy="457200"/>
          </a:xfrm>
          <a:prstGeom prst="rect">
            <a:avLst/>
          </a:prstGeom>
          <a:noFill/>
        </p:spPr>
        <p:txBody>
          <a:bodyPr vert="horz" wrap="square" lIns="0" tIns="0" rIns="0" bIns="0" rtlCol="0" anchor="t">
            <a:noAutofit/>
          </a:bodyPr>
          <a:lstStyle/>
          <a:p>
            <a:r>
              <a:rPr lang="en-IL" sz="2400">
                <a:solidFill>
                  <a:srgbClr val="C43C47"/>
                </a:solidFill>
                <a:latin typeface="Aptos" panose="020B0004020202020204" pitchFamily="34" charset="0"/>
              </a:rPr>
              <a:t>rejected</a:t>
            </a:r>
          </a:p>
        </p:txBody>
      </p:sp>
      <p:sp>
        <p:nvSpPr>
          <p:cNvPr id="119" name="text_118">
            <a:extLst>
              <a:ext uri="{FF2B5EF4-FFF2-40B4-BE49-F238E27FC236}">
                <a16:creationId xmlns:a16="http://schemas.microsoft.com/office/drawing/2014/main" id="{86C099E1-B393-C892-BDB4-C013C0925DB2}"/>
              </a:ext>
            </a:extLst>
          </p:cNvPr>
          <p:cNvSpPr txBox="1"/>
          <p:nvPr/>
        </p:nvSpPr>
        <p:spPr>
          <a:xfrm>
            <a:off x="685800" y="5892799"/>
            <a:ext cx="4419600" cy="393700"/>
          </a:xfrm>
          <a:prstGeom prst="rect">
            <a:avLst/>
          </a:prstGeom>
          <a:noFill/>
        </p:spPr>
        <p:txBody>
          <a:bodyPr vert="horz" wrap="square" lIns="0" tIns="0" rIns="0" bIns="0" rtlCol="0" anchor="t">
            <a:noAutofit/>
          </a:bodyPr>
          <a:lstStyle/>
          <a:p>
            <a:r>
              <a:rPr lang="en-IL" sz="2400">
                <a:solidFill>
                  <a:srgbClr val="AE651D"/>
                </a:solidFill>
                <a:latin typeface="Aptos" panose="020B0004020202020204" pitchFamily="34" charset="0"/>
              </a:rPr>
              <a:t>Orange dashed: candidate</a:t>
            </a:r>
          </a:p>
        </p:txBody>
      </p:sp>
      <p:sp>
        <p:nvSpPr>
          <p:cNvPr id="120" name="Rectangle: Rounded Corners 119">
            <a:extLst>
              <a:ext uri="{FF2B5EF4-FFF2-40B4-BE49-F238E27FC236}">
                <a16:creationId xmlns:a16="http://schemas.microsoft.com/office/drawing/2014/main" id="{85097992-B040-A77C-B9C7-DE7224CDEE92}"/>
              </a:ext>
            </a:extLst>
          </p:cNvPr>
          <p:cNvSpPr/>
          <p:nvPr/>
        </p:nvSpPr>
        <p:spPr>
          <a:xfrm>
            <a:off x="5486400" y="2654300"/>
            <a:ext cx="6019800" cy="16510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1" name="text_120">
            <a:extLst>
              <a:ext uri="{FF2B5EF4-FFF2-40B4-BE49-F238E27FC236}">
                <a16:creationId xmlns:a16="http://schemas.microsoft.com/office/drawing/2014/main" id="{3D1350CE-4453-385B-879B-8D3D4207A5B1}"/>
              </a:ext>
            </a:extLst>
          </p:cNvPr>
          <p:cNvSpPr txBox="1"/>
          <p:nvPr/>
        </p:nvSpPr>
        <p:spPr>
          <a:xfrm>
            <a:off x="5715000" y="2844799"/>
            <a:ext cx="55626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Implement</a:t>
            </a:r>
          </a:p>
        </p:txBody>
      </p:sp>
      <p:sp>
        <p:nvSpPr>
          <p:cNvPr id="122" name="text_121">
            <a:extLst>
              <a:ext uri="{FF2B5EF4-FFF2-40B4-BE49-F238E27FC236}">
                <a16:creationId xmlns:a16="http://schemas.microsoft.com/office/drawing/2014/main" id="{B7BF1ABD-98E5-7BB3-B86F-759C8B00EA28}"/>
              </a:ext>
            </a:extLst>
          </p:cNvPr>
          <p:cNvSpPr txBox="1"/>
          <p:nvPr/>
        </p:nvSpPr>
        <p:spPr>
          <a:xfrm>
            <a:off x="5715000" y="3467099"/>
            <a:ext cx="5562600" cy="7874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Validate endpoint; copy; add; connect.</a:t>
            </a:r>
            <a:endParaRPr lang="en-IL" sz="2400">
              <a:solidFill>
                <a:srgbClr val="15283B"/>
              </a:solidFill>
              <a:latin typeface="Aptos" panose="020B0004020202020204" pitchFamily="34" charset="0"/>
            </a:endParaRPr>
          </a:p>
        </p:txBody>
      </p:sp>
      <p:sp>
        <p:nvSpPr>
          <p:cNvPr id="123" name="Rectangle: Rounded Corners 122">
            <a:extLst>
              <a:ext uri="{FF2B5EF4-FFF2-40B4-BE49-F238E27FC236}">
                <a16:creationId xmlns:a16="http://schemas.microsoft.com/office/drawing/2014/main" id="{A4F0103A-BB7D-C092-7D8D-0D271AAF6A97}"/>
              </a:ext>
            </a:extLst>
          </p:cNvPr>
          <p:cNvSpPr/>
          <p:nvPr/>
        </p:nvSpPr>
        <p:spPr>
          <a:xfrm>
            <a:off x="5486400" y="4470400"/>
            <a:ext cx="6019800" cy="16510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4" name="text_123">
            <a:extLst>
              <a:ext uri="{FF2B5EF4-FFF2-40B4-BE49-F238E27FC236}">
                <a16:creationId xmlns:a16="http://schemas.microsoft.com/office/drawing/2014/main" id="{78B604C2-DEB8-2756-B692-FCF0B2BF4665}"/>
              </a:ext>
            </a:extLst>
          </p:cNvPr>
          <p:cNvSpPr txBox="1"/>
          <p:nvPr/>
        </p:nvSpPr>
        <p:spPr>
          <a:xfrm>
            <a:off x="5715000" y="4660899"/>
            <a:ext cx="55626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Check</a:t>
            </a:r>
          </a:p>
        </p:txBody>
      </p:sp>
      <p:sp>
        <p:nvSpPr>
          <p:cNvPr id="125" name="text_124">
            <a:extLst>
              <a:ext uri="{FF2B5EF4-FFF2-40B4-BE49-F238E27FC236}">
                <a16:creationId xmlns:a16="http://schemas.microsoft.com/office/drawing/2014/main" id="{E16D37FF-D368-E290-B8FD-B547ED0E5214}"/>
              </a:ext>
            </a:extLst>
          </p:cNvPr>
          <p:cNvSpPr txBox="1"/>
          <p:nvPr/>
        </p:nvSpPr>
        <p:spPr>
          <a:xfrm>
            <a:off x="5715000" y="5283199"/>
            <a:ext cx="5562600" cy="7874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Exact endpoint retained; original unchanged.</a:t>
            </a:r>
            <a:endParaRPr lang="en-IL" sz="2400">
              <a:solidFill>
                <a:srgbClr val="15283B"/>
              </a:solidFill>
              <a:latin typeface="Aptos" panose="020B0004020202020204" pitchFamily="34" charset="0"/>
            </a:endParaRPr>
          </a:p>
        </p:txBody>
      </p:sp>
    </p:spTree>
    <p:extLst>
      <p:ext uri="{BB962C8B-B14F-4D97-AF65-F5344CB8AC3E}">
        <p14:creationId xmlns:p14="http://schemas.microsoft.com/office/powerpoint/2010/main" val="20453477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F26B953D-12F8-CA75-279F-AB9EAEB77C88}"/>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04 / CONFIGURATION SPACE &amp; PRM</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FD651188-A29D-FA1C-6673-049EBC6446AE}"/>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7 · Search the graph</a:t>
            </a:r>
          </a:p>
        </p:txBody>
      </p:sp>
      <p:sp>
        <p:nvSpPr>
          <p:cNvPr id="4" name="text_3">
            <a:extLst>
              <a:ext uri="{FF2B5EF4-FFF2-40B4-BE49-F238E27FC236}">
                <a16:creationId xmlns:a16="http://schemas.microsoft.com/office/drawing/2014/main" id="{AAE98F1D-E2A1-582C-3521-085398BD5010}"/>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Dijkstra finds a minimum-cost route among the validated edges.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A416DBB5-A37A-990C-A0F0-209850EA431D}"/>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975C9608-9807-EC86-CA0E-DA92DEDAE6AC}"/>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Motion Planning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C5CDFE01-EEC4-5D1B-17FC-33C96056D876}"/>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14</a:t>
            </a:r>
          </a:p>
        </p:txBody>
      </p:sp>
      <p:cxnSp>
        <p:nvCxnSpPr>
          <p:cNvPr id="8" name="Straight Connector 7">
            <a:extLst>
              <a:ext uri="{FF2B5EF4-FFF2-40B4-BE49-F238E27FC236}">
                <a16:creationId xmlns:a16="http://schemas.microsoft.com/office/drawing/2014/main" id="{262780E3-F15C-74EE-B0C2-45488BCF6E3C}"/>
              </a:ext>
            </a:extLst>
          </p:cNvPr>
          <p:cNvCxnSpPr/>
          <p:nvPr/>
        </p:nvCxnSpPr>
        <p:spPr>
          <a:xfrm flipV="1">
            <a:off x="838200" y="3594100"/>
            <a:ext cx="1397000" cy="1206500"/>
          </a:xfrm>
          <a:prstGeom prst="line">
            <a:avLst/>
          </a:prstGeom>
          <a:ln w="27940">
            <a:solidFill>
              <a:srgbClr val="137F79"/>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FDF3B6F-663B-B5FF-55EF-BB6B8186F978}"/>
              </a:ext>
            </a:extLst>
          </p:cNvPr>
          <p:cNvCxnSpPr/>
          <p:nvPr/>
        </p:nvCxnSpPr>
        <p:spPr>
          <a:xfrm>
            <a:off x="2235200" y="3594100"/>
            <a:ext cx="1397000" cy="1206500"/>
          </a:xfrm>
          <a:prstGeom prst="line">
            <a:avLst/>
          </a:prstGeom>
          <a:ln w="27940">
            <a:solidFill>
              <a:srgbClr val="137F79"/>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0AC5BCAF-1C68-CE74-EC7B-5CD14E9DFB9C}"/>
              </a:ext>
            </a:extLst>
          </p:cNvPr>
          <p:cNvCxnSpPr/>
          <p:nvPr/>
        </p:nvCxnSpPr>
        <p:spPr>
          <a:xfrm>
            <a:off x="838200" y="4800600"/>
            <a:ext cx="27940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11" name="text_10">
            <a:extLst>
              <a:ext uri="{FF2B5EF4-FFF2-40B4-BE49-F238E27FC236}">
                <a16:creationId xmlns:a16="http://schemas.microsoft.com/office/drawing/2014/main" id="{1D01AC9D-1374-3341-6539-A7CA40211C24}"/>
              </a:ext>
            </a:extLst>
          </p:cNvPr>
          <p:cNvSpPr txBox="1"/>
          <p:nvPr/>
        </p:nvSpPr>
        <p:spPr>
          <a:xfrm>
            <a:off x="1054100" y="3949699"/>
            <a:ext cx="698500" cy="444500"/>
          </a:xfrm>
          <a:prstGeom prst="rect">
            <a:avLst/>
          </a:prstGeom>
          <a:noFill/>
        </p:spPr>
        <p:txBody>
          <a:bodyPr vert="horz" wrap="square" lIns="0" tIns="0" rIns="0" bIns="0" rtlCol="0" anchor="t">
            <a:noAutofit/>
          </a:bodyPr>
          <a:lstStyle/>
          <a:p>
            <a:r>
              <a:rPr lang="en-IL" sz="2600">
                <a:solidFill>
                  <a:srgbClr val="137F79"/>
                </a:solidFill>
                <a:latin typeface="Aptos" panose="020B0004020202020204" pitchFamily="34" charset="0"/>
              </a:rPr>
              <a:t>1</a:t>
            </a:r>
          </a:p>
        </p:txBody>
      </p:sp>
      <p:sp>
        <p:nvSpPr>
          <p:cNvPr id="12" name="text_11">
            <a:extLst>
              <a:ext uri="{FF2B5EF4-FFF2-40B4-BE49-F238E27FC236}">
                <a16:creationId xmlns:a16="http://schemas.microsoft.com/office/drawing/2014/main" id="{4D8A7478-45BC-A5AF-FE55-5CA85F905DB1}"/>
              </a:ext>
            </a:extLst>
          </p:cNvPr>
          <p:cNvSpPr txBox="1"/>
          <p:nvPr/>
        </p:nvSpPr>
        <p:spPr>
          <a:xfrm>
            <a:off x="3060700" y="3949699"/>
            <a:ext cx="698500" cy="444500"/>
          </a:xfrm>
          <a:prstGeom prst="rect">
            <a:avLst/>
          </a:prstGeom>
          <a:noFill/>
        </p:spPr>
        <p:txBody>
          <a:bodyPr vert="horz" wrap="square" lIns="0" tIns="0" rIns="0" bIns="0" rtlCol="0" anchor="t">
            <a:noAutofit/>
          </a:bodyPr>
          <a:lstStyle/>
          <a:p>
            <a:r>
              <a:rPr lang="en-IL" sz="2600">
                <a:solidFill>
                  <a:srgbClr val="137F79"/>
                </a:solidFill>
                <a:latin typeface="Aptos" panose="020B0004020202020204" pitchFamily="34" charset="0"/>
              </a:rPr>
              <a:t>1</a:t>
            </a:r>
          </a:p>
        </p:txBody>
      </p:sp>
      <p:sp>
        <p:nvSpPr>
          <p:cNvPr id="13" name="text_12">
            <a:extLst>
              <a:ext uri="{FF2B5EF4-FFF2-40B4-BE49-F238E27FC236}">
                <a16:creationId xmlns:a16="http://schemas.microsoft.com/office/drawing/2014/main" id="{D515CD3C-98E7-109B-DA6F-6B3BE507083F}"/>
              </a:ext>
            </a:extLst>
          </p:cNvPr>
          <p:cNvSpPr txBox="1"/>
          <p:nvPr/>
        </p:nvSpPr>
        <p:spPr>
          <a:xfrm>
            <a:off x="2133600" y="4864099"/>
            <a:ext cx="762000" cy="444500"/>
          </a:xfrm>
          <a:prstGeom prst="rect">
            <a:avLst/>
          </a:prstGeom>
          <a:noFill/>
        </p:spPr>
        <p:txBody>
          <a:bodyPr vert="horz" wrap="square" lIns="0" tIns="0" rIns="0" bIns="0" rtlCol="0" anchor="t">
            <a:noAutofit/>
          </a:bodyPr>
          <a:lstStyle/>
          <a:p>
            <a:r>
              <a:rPr lang="en-IL" sz="2600">
                <a:solidFill>
                  <a:srgbClr val="526477"/>
                </a:solidFill>
                <a:latin typeface="Aptos" panose="020B0004020202020204" pitchFamily="34" charset="0"/>
              </a:rPr>
              <a:t>5</a:t>
            </a:r>
          </a:p>
        </p:txBody>
      </p:sp>
      <p:sp>
        <p:nvSpPr>
          <p:cNvPr id="14" name="Oval 13">
            <a:extLst>
              <a:ext uri="{FF2B5EF4-FFF2-40B4-BE49-F238E27FC236}">
                <a16:creationId xmlns:a16="http://schemas.microsoft.com/office/drawing/2014/main" id="{A2549596-B9C2-4052-17A0-73096E148FBA}"/>
              </a:ext>
            </a:extLst>
          </p:cNvPr>
          <p:cNvSpPr/>
          <p:nvPr/>
        </p:nvSpPr>
        <p:spPr>
          <a:xfrm>
            <a:off x="622300" y="4584700"/>
            <a:ext cx="431800" cy="4318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95363AAE-C658-5114-9724-F28C1D1C6A76}"/>
              </a:ext>
            </a:extLst>
          </p:cNvPr>
          <p:cNvSpPr txBox="1"/>
          <p:nvPr/>
        </p:nvSpPr>
        <p:spPr>
          <a:xfrm>
            <a:off x="660400" y="4610099"/>
            <a:ext cx="355600" cy="444500"/>
          </a:xfrm>
          <a:prstGeom prst="rect">
            <a:avLst/>
          </a:prstGeom>
          <a:noFill/>
        </p:spPr>
        <p:txBody>
          <a:bodyPr vert="horz" wrap="square" lIns="0" tIns="0" rIns="0" bIns="0" rtlCol="0" anchor="t">
            <a:noAutofit/>
          </a:bodyPr>
          <a:lstStyle/>
          <a:p>
            <a:pPr algn="ctr"/>
            <a:r>
              <a:rPr lang="en-IL" sz="2400" b="1">
                <a:solidFill>
                  <a:srgbClr val="FFFFFF"/>
                </a:solidFill>
                <a:latin typeface="Aptos" panose="020B0004020202020204" pitchFamily="34" charset="0"/>
              </a:rPr>
              <a:t>0</a:t>
            </a:r>
          </a:p>
        </p:txBody>
      </p:sp>
      <p:sp>
        <p:nvSpPr>
          <p:cNvPr id="16" name="Oval 15">
            <a:extLst>
              <a:ext uri="{FF2B5EF4-FFF2-40B4-BE49-F238E27FC236}">
                <a16:creationId xmlns:a16="http://schemas.microsoft.com/office/drawing/2014/main" id="{543D76EE-1F1B-BCD9-D782-6A7E9963CF81}"/>
              </a:ext>
            </a:extLst>
          </p:cNvPr>
          <p:cNvSpPr/>
          <p:nvPr/>
        </p:nvSpPr>
        <p:spPr>
          <a:xfrm>
            <a:off x="2019300" y="3378200"/>
            <a:ext cx="431800" cy="4318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text_16">
            <a:extLst>
              <a:ext uri="{FF2B5EF4-FFF2-40B4-BE49-F238E27FC236}">
                <a16:creationId xmlns:a16="http://schemas.microsoft.com/office/drawing/2014/main" id="{299F8765-4BD8-E52E-AF90-85211BB464A7}"/>
              </a:ext>
            </a:extLst>
          </p:cNvPr>
          <p:cNvSpPr txBox="1"/>
          <p:nvPr/>
        </p:nvSpPr>
        <p:spPr>
          <a:xfrm>
            <a:off x="2057400" y="3403599"/>
            <a:ext cx="355600" cy="444500"/>
          </a:xfrm>
          <a:prstGeom prst="rect">
            <a:avLst/>
          </a:prstGeom>
          <a:noFill/>
        </p:spPr>
        <p:txBody>
          <a:bodyPr vert="horz" wrap="square" lIns="0" tIns="0" rIns="0" bIns="0" rtlCol="0" anchor="t">
            <a:noAutofit/>
          </a:bodyPr>
          <a:lstStyle/>
          <a:p>
            <a:pPr algn="ctr"/>
            <a:r>
              <a:rPr lang="en-IL" sz="2400" b="1">
                <a:solidFill>
                  <a:srgbClr val="FFFFFF"/>
                </a:solidFill>
                <a:latin typeface="Aptos" panose="020B0004020202020204" pitchFamily="34" charset="0"/>
              </a:rPr>
              <a:t>1</a:t>
            </a:r>
          </a:p>
        </p:txBody>
      </p:sp>
      <p:sp>
        <p:nvSpPr>
          <p:cNvPr id="18" name="Oval 17">
            <a:extLst>
              <a:ext uri="{FF2B5EF4-FFF2-40B4-BE49-F238E27FC236}">
                <a16:creationId xmlns:a16="http://schemas.microsoft.com/office/drawing/2014/main" id="{8A071ECE-60F3-E0A5-DA92-F4E55DD0E20E}"/>
              </a:ext>
            </a:extLst>
          </p:cNvPr>
          <p:cNvSpPr/>
          <p:nvPr/>
        </p:nvSpPr>
        <p:spPr>
          <a:xfrm>
            <a:off x="3416300" y="4584700"/>
            <a:ext cx="431800" cy="4318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9" name="text_18">
            <a:extLst>
              <a:ext uri="{FF2B5EF4-FFF2-40B4-BE49-F238E27FC236}">
                <a16:creationId xmlns:a16="http://schemas.microsoft.com/office/drawing/2014/main" id="{F8DDC198-3C62-6D45-2073-1A5478FAD9DB}"/>
              </a:ext>
            </a:extLst>
          </p:cNvPr>
          <p:cNvSpPr txBox="1"/>
          <p:nvPr/>
        </p:nvSpPr>
        <p:spPr>
          <a:xfrm>
            <a:off x="3454400" y="4610099"/>
            <a:ext cx="355600" cy="444500"/>
          </a:xfrm>
          <a:prstGeom prst="rect">
            <a:avLst/>
          </a:prstGeom>
          <a:noFill/>
        </p:spPr>
        <p:txBody>
          <a:bodyPr vert="horz" wrap="square" lIns="0" tIns="0" rIns="0" bIns="0" rtlCol="0" anchor="t">
            <a:noAutofit/>
          </a:bodyPr>
          <a:lstStyle/>
          <a:p>
            <a:pPr algn="ctr"/>
            <a:r>
              <a:rPr lang="en-IL" sz="2400" b="1">
                <a:solidFill>
                  <a:srgbClr val="FFFFFF"/>
                </a:solidFill>
                <a:latin typeface="Aptos" panose="020B0004020202020204" pitchFamily="34" charset="0"/>
              </a:rPr>
              <a:t>2</a:t>
            </a:r>
          </a:p>
        </p:txBody>
      </p:sp>
      <p:sp>
        <p:nvSpPr>
          <p:cNvPr id="20" name="Oval 19">
            <a:extLst>
              <a:ext uri="{FF2B5EF4-FFF2-40B4-BE49-F238E27FC236}">
                <a16:creationId xmlns:a16="http://schemas.microsoft.com/office/drawing/2014/main" id="{49C2A7E7-22EB-FC8F-8A2F-203D9AD42FAD}"/>
              </a:ext>
            </a:extLst>
          </p:cNvPr>
          <p:cNvSpPr/>
          <p:nvPr/>
        </p:nvSpPr>
        <p:spPr>
          <a:xfrm>
            <a:off x="4305300" y="3187700"/>
            <a:ext cx="431800" cy="4318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1" name="text_20">
            <a:extLst>
              <a:ext uri="{FF2B5EF4-FFF2-40B4-BE49-F238E27FC236}">
                <a16:creationId xmlns:a16="http://schemas.microsoft.com/office/drawing/2014/main" id="{FF1950AD-C7E5-57B4-91F2-2F342666D950}"/>
              </a:ext>
            </a:extLst>
          </p:cNvPr>
          <p:cNvSpPr txBox="1"/>
          <p:nvPr/>
        </p:nvSpPr>
        <p:spPr>
          <a:xfrm>
            <a:off x="4343400" y="3213099"/>
            <a:ext cx="355600" cy="444500"/>
          </a:xfrm>
          <a:prstGeom prst="rect">
            <a:avLst/>
          </a:prstGeom>
          <a:noFill/>
        </p:spPr>
        <p:txBody>
          <a:bodyPr vert="horz" wrap="square" lIns="0" tIns="0" rIns="0" bIns="0" rtlCol="0" anchor="t">
            <a:noAutofit/>
          </a:bodyPr>
          <a:lstStyle/>
          <a:p>
            <a:pPr algn="ctr"/>
            <a:r>
              <a:rPr lang="en-IL" sz="2400" b="1">
                <a:solidFill>
                  <a:srgbClr val="FFFFFF"/>
                </a:solidFill>
                <a:latin typeface="Aptos" panose="020B0004020202020204" pitchFamily="34" charset="0"/>
              </a:rPr>
              <a:t>3</a:t>
            </a:r>
          </a:p>
        </p:txBody>
      </p:sp>
      <p:sp>
        <p:nvSpPr>
          <p:cNvPr id="22" name="text_21">
            <a:extLst>
              <a:ext uri="{FF2B5EF4-FFF2-40B4-BE49-F238E27FC236}">
                <a16:creationId xmlns:a16="http://schemas.microsoft.com/office/drawing/2014/main" id="{11AAC67D-CBC2-1AB3-A315-7ADB481EFA6F}"/>
              </a:ext>
            </a:extLst>
          </p:cNvPr>
          <p:cNvSpPr txBox="1"/>
          <p:nvPr/>
        </p:nvSpPr>
        <p:spPr>
          <a:xfrm>
            <a:off x="3822700" y="3784599"/>
            <a:ext cx="1778000" cy="4572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isolated</a:t>
            </a:r>
          </a:p>
        </p:txBody>
      </p:sp>
      <p:sp>
        <p:nvSpPr>
          <p:cNvPr id="23" name="text_22">
            <a:extLst>
              <a:ext uri="{FF2B5EF4-FFF2-40B4-BE49-F238E27FC236}">
                <a16:creationId xmlns:a16="http://schemas.microsoft.com/office/drawing/2014/main" id="{C7E1769B-AF0F-E1E0-330F-C67C36EC51DF}"/>
              </a:ext>
            </a:extLst>
          </p:cNvPr>
          <p:cNvSpPr txBox="1"/>
          <p:nvPr/>
        </p:nvSpPr>
        <p:spPr>
          <a:xfrm>
            <a:off x="685800" y="5562599"/>
            <a:ext cx="4521200" cy="558800"/>
          </a:xfrm>
          <a:prstGeom prst="rect">
            <a:avLst/>
          </a:prstGeom>
          <a:noFill/>
        </p:spPr>
        <p:txBody>
          <a:bodyPr vert="horz" wrap="square" lIns="0" tIns="0" rIns="0" bIns="0" rtlCol="0" anchor="t">
            <a:noAutofit/>
          </a:bodyPr>
          <a:lstStyle/>
          <a:p>
            <a:r>
              <a:rPr lang="en-US" sz="2600" b="1">
                <a:solidFill>
                  <a:srgbClr val="137F79"/>
                </a:solidFill>
                <a:latin typeface="Aptos" panose="020B0004020202020204" pitchFamily="34" charset="0"/>
              </a:rPr>
              <a:t>0 → 1 → 2: total cost 2</a:t>
            </a:r>
            <a:endParaRPr lang="en-IL" sz="2600" b="1">
              <a:solidFill>
                <a:srgbClr val="137F79"/>
              </a:solidFill>
              <a:latin typeface="Aptos" panose="020B0004020202020204" pitchFamily="34" charset="0"/>
            </a:endParaRPr>
          </a:p>
        </p:txBody>
      </p:sp>
      <p:sp>
        <p:nvSpPr>
          <p:cNvPr id="24" name="Rectangle: Rounded Corners 23">
            <a:extLst>
              <a:ext uri="{FF2B5EF4-FFF2-40B4-BE49-F238E27FC236}">
                <a16:creationId xmlns:a16="http://schemas.microsoft.com/office/drawing/2014/main" id="{6DF93262-8795-B0F6-3DC1-DB68D929878C}"/>
              </a:ext>
            </a:extLst>
          </p:cNvPr>
          <p:cNvSpPr/>
          <p:nvPr/>
        </p:nvSpPr>
        <p:spPr>
          <a:xfrm>
            <a:off x="5486400" y="2654300"/>
            <a:ext cx="6019800" cy="16510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5" name="text_24">
            <a:extLst>
              <a:ext uri="{FF2B5EF4-FFF2-40B4-BE49-F238E27FC236}">
                <a16:creationId xmlns:a16="http://schemas.microsoft.com/office/drawing/2014/main" id="{2E86B5BE-7AA1-9EA1-60F5-6D0E1E5BA004}"/>
              </a:ext>
            </a:extLst>
          </p:cNvPr>
          <p:cNvSpPr txBox="1"/>
          <p:nvPr/>
        </p:nvSpPr>
        <p:spPr>
          <a:xfrm>
            <a:off x="5715000" y="2844799"/>
            <a:ext cx="55626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Implement</a:t>
            </a:r>
          </a:p>
        </p:txBody>
      </p:sp>
      <p:sp>
        <p:nvSpPr>
          <p:cNvPr id="26" name="text_25">
            <a:extLst>
              <a:ext uri="{FF2B5EF4-FFF2-40B4-BE49-F238E27FC236}">
                <a16:creationId xmlns:a16="http://schemas.microsoft.com/office/drawing/2014/main" id="{B796E9BD-6F24-72FB-D55B-22AD5AE46B6C}"/>
              </a:ext>
            </a:extLst>
          </p:cNvPr>
          <p:cNvSpPr txBox="1"/>
          <p:nvPr/>
        </p:nvSpPr>
        <p:spPr>
          <a:xfrm>
            <a:off x="5715000" y="3467099"/>
            <a:ext cx="5562600" cy="7874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Heap frontier + costs + parent links.</a:t>
            </a:r>
            <a:endParaRPr lang="en-IL" sz="2400">
              <a:solidFill>
                <a:srgbClr val="15283B"/>
              </a:solidFill>
              <a:latin typeface="Aptos" panose="020B0004020202020204" pitchFamily="34" charset="0"/>
            </a:endParaRPr>
          </a:p>
        </p:txBody>
      </p:sp>
      <p:sp>
        <p:nvSpPr>
          <p:cNvPr id="27" name="Rectangle: Rounded Corners 26">
            <a:extLst>
              <a:ext uri="{FF2B5EF4-FFF2-40B4-BE49-F238E27FC236}">
                <a16:creationId xmlns:a16="http://schemas.microsoft.com/office/drawing/2014/main" id="{99F855EB-72DD-FD17-E9B9-4ABC3CD275E8}"/>
              </a:ext>
            </a:extLst>
          </p:cNvPr>
          <p:cNvSpPr/>
          <p:nvPr/>
        </p:nvSpPr>
        <p:spPr>
          <a:xfrm>
            <a:off x="5486400" y="4470400"/>
            <a:ext cx="6019800" cy="16510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8" name="text_27">
            <a:extLst>
              <a:ext uri="{FF2B5EF4-FFF2-40B4-BE49-F238E27FC236}">
                <a16:creationId xmlns:a16="http://schemas.microsoft.com/office/drawing/2014/main" id="{BFF35A29-5826-E068-69EB-9FA55A503C9C}"/>
              </a:ext>
            </a:extLst>
          </p:cNvPr>
          <p:cNvSpPr txBox="1"/>
          <p:nvPr/>
        </p:nvSpPr>
        <p:spPr>
          <a:xfrm>
            <a:off x="5715000" y="4660899"/>
            <a:ext cx="55626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Check</a:t>
            </a:r>
          </a:p>
        </p:txBody>
      </p:sp>
      <p:sp>
        <p:nvSpPr>
          <p:cNvPr id="29" name="text_28">
            <a:extLst>
              <a:ext uri="{FF2B5EF4-FFF2-40B4-BE49-F238E27FC236}">
                <a16:creationId xmlns:a16="http://schemas.microsoft.com/office/drawing/2014/main" id="{E094EBA5-E1AF-B3D4-9F72-25DFFC1AF120}"/>
              </a:ext>
            </a:extLst>
          </p:cNvPr>
          <p:cNvSpPr txBox="1"/>
          <p:nvPr/>
        </p:nvSpPr>
        <p:spPr>
          <a:xfrm>
            <a:off x="5715000" y="5283199"/>
            <a:ext cx="5562600" cy="7874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Known shortest route; disconnected graph.</a:t>
            </a:r>
            <a:endParaRPr lang="en-IL" sz="2400">
              <a:solidFill>
                <a:srgbClr val="15283B"/>
              </a:solidFill>
              <a:latin typeface="Aptos" panose="020B0004020202020204" pitchFamily="34" charset="0"/>
            </a:endParaRPr>
          </a:p>
        </p:txBody>
      </p:sp>
    </p:spTree>
    <p:extLst>
      <p:ext uri="{BB962C8B-B14F-4D97-AF65-F5344CB8AC3E}">
        <p14:creationId xmlns:p14="http://schemas.microsoft.com/office/powerpoint/2010/main" val="35198139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60C93089-EFE1-E8BC-F765-D5E0781F3183}"/>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04 / CONFIGURATION SPACE &amp; PRM</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45BA5DCD-78CE-C4C5-851E-3908C1793522}"/>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8 · Verify the returned path</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3DD17ACE-15FA-192E-F6C6-A9CCAF2ADF0C}"/>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Check endpoints, segments, and cost before interpreting playback.</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6131EA11-90D7-F78B-370C-AA6C5140F58B}"/>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32DD1F8C-0E8F-FAFA-6FBF-E9D609DAD849}"/>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Motion Planning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8C85F853-B8A4-CD42-F23C-2DCD1A5DF8A1}"/>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15</a:t>
            </a:r>
          </a:p>
        </p:txBody>
      </p:sp>
      <p:sp>
        <p:nvSpPr>
          <p:cNvPr id="8" name="Rectangle 7">
            <a:extLst>
              <a:ext uri="{FF2B5EF4-FFF2-40B4-BE49-F238E27FC236}">
                <a16:creationId xmlns:a16="http://schemas.microsoft.com/office/drawing/2014/main" id="{08F85F9D-1357-AFB1-00F7-F9A895316A38}"/>
              </a:ext>
            </a:extLst>
          </p:cNvPr>
          <p:cNvSpPr/>
          <p:nvPr/>
        </p:nvSpPr>
        <p:spPr>
          <a:xfrm>
            <a:off x="1346200" y="2679700"/>
            <a:ext cx="2679700" cy="26797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Rectangle 8">
            <a:extLst>
              <a:ext uri="{FF2B5EF4-FFF2-40B4-BE49-F238E27FC236}">
                <a16:creationId xmlns:a16="http://schemas.microsoft.com/office/drawing/2014/main" id="{FD6F7837-F09C-B594-504B-1FB838FE1012}"/>
              </a:ext>
            </a:extLst>
          </p:cNvPr>
          <p:cNvSpPr/>
          <p:nvPr/>
        </p:nvSpPr>
        <p:spPr>
          <a:xfrm>
            <a:off x="2310892" y="3322828"/>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 name="Rectangle 9">
            <a:extLst>
              <a:ext uri="{FF2B5EF4-FFF2-40B4-BE49-F238E27FC236}">
                <a16:creationId xmlns:a16="http://schemas.microsoft.com/office/drawing/2014/main" id="{99C7241B-7EA0-B5EC-5A6F-88A76DD3C4A9}"/>
              </a:ext>
            </a:extLst>
          </p:cNvPr>
          <p:cNvSpPr/>
          <p:nvPr/>
        </p:nvSpPr>
        <p:spPr>
          <a:xfrm>
            <a:off x="2418080" y="3322828"/>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Rectangle 10">
            <a:extLst>
              <a:ext uri="{FF2B5EF4-FFF2-40B4-BE49-F238E27FC236}">
                <a16:creationId xmlns:a16="http://schemas.microsoft.com/office/drawing/2014/main" id="{9B438919-69C3-C701-D40B-E6EF7511CADE}"/>
              </a:ext>
            </a:extLst>
          </p:cNvPr>
          <p:cNvSpPr/>
          <p:nvPr/>
        </p:nvSpPr>
        <p:spPr>
          <a:xfrm>
            <a:off x="2418080" y="3430016"/>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Rectangle 11">
            <a:extLst>
              <a:ext uri="{FF2B5EF4-FFF2-40B4-BE49-F238E27FC236}">
                <a16:creationId xmlns:a16="http://schemas.microsoft.com/office/drawing/2014/main" id="{ED577907-7A66-C45A-D56B-517681033841}"/>
              </a:ext>
            </a:extLst>
          </p:cNvPr>
          <p:cNvSpPr/>
          <p:nvPr/>
        </p:nvSpPr>
        <p:spPr>
          <a:xfrm>
            <a:off x="2525268" y="3430016"/>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Rectangle 12">
            <a:extLst>
              <a:ext uri="{FF2B5EF4-FFF2-40B4-BE49-F238E27FC236}">
                <a16:creationId xmlns:a16="http://schemas.microsoft.com/office/drawing/2014/main" id="{A64DAD6C-4CDB-65DA-4883-2F4BF9C46328}"/>
              </a:ext>
            </a:extLst>
          </p:cNvPr>
          <p:cNvSpPr/>
          <p:nvPr/>
        </p:nvSpPr>
        <p:spPr>
          <a:xfrm>
            <a:off x="2418080" y="3537204"/>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Rectangle 13">
            <a:extLst>
              <a:ext uri="{FF2B5EF4-FFF2-40B4-BE49-F238E27FC236}">
                <a16:creationId xmlns:a16="http://schemas.microsoft.com/office/drawing/2014/main" id="{8844948E-0ABF-9164-1CCF-399B5BCCDA38}"/>
              </a:ext>
            </a:extLst>
          </p:cNvPr>
          <p:cNvSpPr/>
          <p:nvPr/>
        </p:nvSpPr>
        <p:spPr>
          <a:xfrm>
            <a:off x="2525268" y="3537204"/>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Rectangle 14">
            <a:extLst>
              <a:ext uri="{FF2B5EF4-FFF2-40B4-BE49-F238E27FC236}">
                <a16:creationId xmlns:a16="http://schemas.microsoft.com/office/drawing/2014/main" id="{7DBF927C-714F-EC3A-D0AA-A4FD46782159}"/>
              </a:ext>
            </a:extLst>
          </p:cNvPr>
          <p:cNvSpPr/>
          <p:nvPr/>
        </p:nvSpPr>
        <p:spPr>
          <a:xfrm>
            <a:off x="2525268" y="3644392"/>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6" name="Rectangle 15">
            <a:extLst>
              <a:ext uri="{FF2B5EF4-FFF2-40B4-BE49-F238E27FC236}">
                <a16:creationId xmlns:a16="http://schemas.microsoft.com/office/drawing/2014/main" id="{8F69A257-FFD2-6A6B-7A6F-5A23998ADC0E}"/>
              </a:ext>
            </a:extLst>
          </p:cNvPr>
          <p:cNvSpPr/>
          <p:nvPr/>
        </p:nvSpPr>
        <p:spPr>
          <a:xfrm>
            <a:off x="2632456" y="3644392"/>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Rectangle 16">
            <a:extLst>
              <a:ext uri="{FF2B5EF4-FFF2-40B4-BE49-F238E27FC236}">
                <a16:creationId xmlns:a16="http://schemas.microsoft.com/office/drawing/2014/main" id="{A5494077-E958-9B16-B8C8-BB1BDFECCD65}"/>
              </a:ext>
            </a:extLst>
          </p:cNvPr>
          <p:cNvSpPr/>
          <p:nvPr/>
        </p:nvSpPr>
        <p:spPr>
          <a:xfrm>
            <a:off x="2525268" y="3751580"/>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8" name="Rectangle 17">
            <a:extLst>
              <a:ext uri="{FF2B5EF4-FFF2-40B4-BE49-F238E27FC236}">
                <a16:creationId xmlns:a16="http://schemas.microsoft.com/office/drawing/2014/main" id="{A6861F73-3373-8C22-1BD1-0A9CAF051CF5}"/>
              </a:ext>
            </a:extLst>
          </p:cNvPr>
          <p:cNvSpPr/>
          <p:nvPr/>
        </p:nvSpPr>
        <p:spPr>
          <a:xfrm>
            <a:off x="2632456" y="3751580"/>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9" name="Rectangle 18">
            <a:extLst>
              <a:ext uri="{FF2B5EF4-FFF2-40B4-BE49-F238E27FC236}">
                <a16:creationId xmlns:a16="http://schemas.microsoft.com/office/drawing/2014/main" id="{4FBA9642-A8C5-F4D1-09FD-74FFB251FD12}"/>
              </a:ext>
            </a:extLst>
          </p:cNvPr>
          <p:cNvSpPr/>
          <p:nvPr/>
        </p:nvSpPr>
        <p:spPr>
          <a:xfrm>
            <a:off x="2525268" y="3858768"/>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0" name="Rectangle 19">
            <a:extLst>
              <a:ext uri="{FF2B5EF4-FFF2-40B4-BE49-F238E27FC236}">
                <a16:creationId xmlns:a16="http://schemas.microsoft.com/office/drawing/2014/main" id="{CC811382-49CF-2034-20AD-57F5581C4EF3}"/>
              </a:ext>
            </a:extLst>
          </p:cNvPr>
          <p:cNvSpPr/>
          <p:nvPr/>
        </p:nvSpPr>
        <p:spPr>
          <a:xfrm>
            <a:off x="2632456" y="3858768"/>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1" name="Rectangle 20">
            <a:extLst>
              <a:ext uri="{FF2B5EF4-FFF2-40B4-BE49-F238E27FC236}">
                <a16:creationId xmlns:a16="http://schemas.microsoft.com/office/drawing/2014/main" id="{06F08F46-0E9B-9728-174F-83E9505C60FD}"/>
              </a:ext>
            </a:extLst>
          </p:cNvPr>
          <p:cNvSpPr/>
          <p:nvPr/>
        </p:nvSpPr>
        <p:spPr>
          <a:xfrm>
            <a:off x="2632456" y="3965956"/>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2" name="Rectangle 21">
            <a:extLst>
              <a:ext uri="{FF2B5EF4-FFF2-40B4-BE49-F238E27FC236}">
                <a16:creationId xmlns:a16="http://schemas.microsoft.com/office/drawing/2014/main" id="{CC757118-CCB1-6457-74FF-8420C0A780D0}"/>
              </a:ext>
            </a:extLst>
          </p:cNvPr>
          <p:cNvSpPr/>
          <p:nvPr/>
        </p:nvSpPr>
        <p:spPr>
          <a:xfrm>
            <a:off x="2632456" y="4073144"/>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3" name="Rectangle 22">
            <a:extLst>
              <a:ext uri="{FF2B5EF4-FFF2-40B4-BE49-F238E27FC236}">
                <a16:creationId xmlns:a16="http://schemas.microsoft.com/office/drawing/2014/main" id="{3148CEF4-0AB9-0860-BECB-6D6927515ADB}"/>
              </a:ext>
            </a:extLst>
          </p:cNvPr>
          <p:cNvSpPr/>
          <p:nvPr/>
        </p:nvSpPr>
        <p:spPr>
          <a:xfrm>
            <a:off x="2739644" y="4073144"/>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4" name="Rectangle 23">
            <a:extLst>
              <a:ext uri="{FF2B5EF4-FFF2-40B4-BE49-F238E27FC236}">
                <a16:creationId xmlns:a16="http://schemas.microsoft.com/office/drawing/2014/main" id="{FF8DF677-6A2B-32D9-EB1C-10933CE86CE4}"/>
              </a:ext>
            </a:extLst>
          </p:cNvPr>
          <p:cNvSpPr/>
          <p:nvPr/>
        </p:nvSpPr>
        <p:spPr>
          <a:xfrm>
            <a:off x="2632456" y="4180332"/>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5" name="Rectangle 24">
            <a:extLst>
              <a:ext uri="{FF2B5EF4-FFF2-40B4-BE49-F238E27FC236}">
                <a16:creationId xmlns:a16="http://schemas.microsoft.com/office/drawing/2014/main" id="{6BEC1020-C30B-AF0E-62DE-559EF162BE49}"/>
              </a:ext>
            </a:extLst>
          </p:cNvPr>
          <p:cNvSpPr/>
          <p:nvPr/>
        </p:nvSpPr>
        <p:spPr>
          <a:xfrm>
            <a:off x="2739644" y="4180332"/>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6" name="Rectangle 25">
            <a:extLst>
              <a:ext uri="{FF2B5EF4-FFF2-40B4-BE49-F238E27FC236}">
                <a16:creationId xmlns:a16="http://schemas.microsoft.com/office/drawing/2014/main" id="{4F362C77-F02E-827C-88A7-672F4AA237D8}"/>
              </a:ext>
            </a:extLst>
          </p:cNvPr>
          <p:cNvSpPr/>
          <p:nvPr/>
        </p:nvSpPr>
        <p:spPr>
          <a:xfrm>
            <a:off x="2632456" y="4287520"/>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7" name="Rectangle 26">
            <a:extLst>
              <a:ext uri="{FF2B5EF4-FFF2-40B4-BE49-F238E27FC236}">
                <a16:creationId xmlns:a16="http://schemas.microsoft.com/office/drawing/2014/main" id="{70AAAC9E-7329-1BE4-59FE-6BCED967C5E2}"/>
              </a:ext>
            </a:extLst>
          </p:cNvPr>
          <p:cNvSpPr/>
          <p:nvPr/>
        </p:nvSpPr>
        <p:spPr>
          <a:xfrm>
            <a:off x="2739644" y="4287520"/>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8" name="Rectangle 27">
            <a:extLst>
              <a:ext uri="{FF2B5EF4-FFF2-40B4-BE49-F238E27FC236}">
                <a16:creationId xmlns:a16="http://schemas.microsoft.com/office/drawing/2014/main" id="{448C3757-3075-5704-1D3F-16564F91462D}"/>
              </a:ext>
            </a:extLst>
          </p:cNvPr>
          <p:cNvSpPr/>
          <p:nvPr/>
        </p:nvSpPr>
        <p:spPr>
          <a:xfrm>
            <a:off x="2739644" y="4394708"/>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9" name="Rectangle 28">
            <a:extLst>
              <a:ext uri="{FF2B5EF4-FFF2-40B4-BE49-F238E27FC236}">
                <a16:creationId xmlns:a16="http://schemas.microsoft.com/office/drawing/2014/main" id="{EA9709FB-3219-EF6D-E492-3097DC5F43C1}"/>
              </a:ext>
            </a:extLst>
          </p:cNvPr>
          <p:cNvSpPr/>
          <p:nvPr/>
        </p:nvSpPr>
        <p:spPr>
          <a:xfrm>
            <a:off x="2846832" y="4394708"/>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0" name="Rectangle 29">
            <a:extLst>
              <a:ext uri="{FF2B5EF4-FFF2-40B4-BE49-F238E27FC236}">
                <a16:creationId xmlns:a16="http://schemas.microsoft.com/office/drawing/2014/main" id="{B833C6FC-23F7-363E-C29B-014430C1F960}"/>
              </a:ext>
            </a:extLst>
          </p:cNvPr>
          <p:cNvSpPr/>
          <p:nvPr/>
        </p:nvSpPr>
        <p:spPr>
          <a:xfrm>
            <a:off x="2739644" y="4501896"/>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1" name="Rectangle 30">
            <a:extLst>
              <a:ext uri="{FF2B5EF4-FFF2-40B4-BE49-F238E27FC236}">
                <a16:creationId xmlns:a16="http://schemas.microsoft.com/office/drawing/2014/main" id="{BCC9BB00-6C4B-22D1-9F8E-3D5869A6C07A}"/>
              </a:ext>
            </a:extLst>
          </p:cNvPr>
          <p:cNvSpPr/>
          <p:nvPr/>
        </p:nvSpPr>
        <p:spPr>
          <a:xfrm>
            <a:off x="2846832" y="4501896"/>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2" name="Rectangle 31">
            <a:extLst>
              <a:ext uri="{FF2B5EF4-FFF2-40B4-BE49-F238E27FC236}">
                <a16:creationId xmlns:a16="http://schemas.microsoft.com/office/drawing/2014/main" id="{2B2C5404-2238-50E4-E3B5-D1438CC022CB}"/>
              </a:ext>
            </a:extLst>
          </p:cNvPr>
          <p:cNvSpPr/>
          <p:nvPr/>
        </p:nvSpPr>
        <p:spPr>
          <a:xfrm>
            <a:off x="2846832" y="4609084"/>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3" name="Rectangle 32">
            <a:extLst>
              <a:ext uri="{FF2B5EF4-FFF2-40B4-BE49-F238E27FC236}">
                <a16:creationId xmlns:a16="http://schemas.microsoft.com/office/drawing/2014/main" id="{8906DC45-9E3C-2952-A575-720B173FEFC2}"/>
              </a:ext>
            </a:extLst>
          </p:cNvPr>
          <p:cNvSpPr/>
          <p:nvPr/>
        </p:nvSpPr>
        <p:spPr>
          <a:xfrm>
            <a:off x="2954020" y="4609084"/>
            <a:ext cx="108458" cy="108458"/>
          </a:xfrm>
          <a:prstGeom prst="rect">
            <a:avLst/>
          </a:prstGeom>
          <a:solidFill>
            <a:srgbClr val="F4DD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34" name="Straight Connector 33">
            <a:extLst>
              <a:ext uri="{FF2B5EF4-FFF2-40B4-BE49-F238E27FC236}">
                <a16:creationId xmlns:a16="http://schemas.microsoft.com/office/drawing/2014/main" id="{C20FB2F4-D08B-3307-D4E5-3C7E935947EE}"/>
              </a:ext>
            </a:extLst>
          </p:cNvPr>
          <p:cNvCxnSpPr/>
          <p:nvPr/>
        </p:nvCxnSpPr>
        <p:spPr>
          <a:xfrm>
            <a:off x="1346200" y="2679700"/>
            <a:ext cx="26797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A9765CB6-71A8-25A3-64CD-E4A4248125CF}"/>
              </a:ext>
            </a:extLst>
          </p:cNvPr>
          <p:cNvCxnSpPr/>
          <p:nvPr/>
        </p:nvCxnSpPr>
        <p:spPr>
          <a:xfrm>
            <a:off x="1346200" y="5359400"/>
            <a:ext cx="26797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2DDFCE83-BC71-6279-33E8-484C235A7B11}"/>
              </a:ext>
            </a:extLst>
          </p:cNvPr>
          <p:cNvCxnSpPr/>
          <p:nvPr/>
        </p:nvCxnSpPr>
        <p:spPr>
          <a:xfrm>
            <a:off x="1346200" y="2679700"/>
            <a:ext cx="0" cy="267970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7A06D411-067C-DB1A-16A3-88CC345D4121}"/>
              </a:ext>
            </a:extLst>
          </p:cNvPr>
          <p:cNvCxnSpPr/>
          <p:nvPr/>
        </p:nvCxnSpPr>
        <p:spPr>
          <a:xfrm>
            <a:off x="4025900" y="2679700"/>
            <a:ext cx="0" cy="267970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53C5DE14-5632-3A12-51EF-D2CC7C940388}"/>
              </a:ext>
            </a:extLst>
          </p:cNvPr>
          <p:cNvCxnSpPr/>
          <p:nvPr/>
        </p:nvCxnSpPr>
        <p:spPr>
          <a:xfrm>
            <a:off x="2686050" y="2679700"/>
            <a:ext cx="0" cy="2679700"/>
          </a:xfrm>
          <a:prstGeom prst="line">
            <a:avLst/>
          </a:prstGeom>
          <a:ln w="27940">
            <a:solidFill>
              <a:srgbClr val="D7E0E9"/>
            </a:solidFill>
            <a:prstDash val="dash"/>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59846A41-FC5A-0274-28DA-52A98CC89703}"/>
              </a:ext>
            </a:extLst>
          </p:cNvPr>
          <p:cNvCxnSpPr/>
          <p:nvPr/>
        </p:nvCxnSpPr>
        <p:spPr>
          <a:xfrm>
            <a:off x="1346200" y="4019550"/>
            <a:ext cx="2679700" cy="0"/>
          </a:xfrm>
          <a:prstGeom prst="line">
            <a:avLst/>
          </a:prstGeom>
          <a:ln w="27940">
            <a:solidFill>
              <a:srgbClr val="D7E0E9"/>
            </a:solidFill>
            <a:prstDash val="dash"/>
          </a:ln>
        </p:spPr>
        <p:style>
          <a:lnRef idx="2">
            <a:schemeClr val="accent1"/>
          </a:lnRef>
          <a:fillRef idx="0">
            <a:schemeClr val="accent1"/>
          </a:fillRef>
          <a:effectRef idx="1">
            <a:schemeClr val="accent1"/>
          </a:effectRef>
          <a:fontRef idx="minor">
            <a:schemeClr val="tx1"/>
          </a:fontRef>
        </p:style>
      </p:cxnSp>
      <p:sp>
        <p:nvSpPr>
          <p:cNvPr id="40" name="text_39">
            <a:extLst>
              <a:ext uri="{FF2B5EF4-FFF2-40B4-BE49-F238E27FC236}">
                <a16:creationId xmlns:a16="http://schemas.microsoft.com/office/drawing/2014/main" id="{4B9F0B6C-F8E4-F141-4CF4-7CAA2F69E2E5}"/>
              </a:ext>
            </a:extLst>
          </p:cNvPr>
          <p:cNvSpPr txBox="1"/>
          <p:nvPr/>
        </p:nvSpPr>
        <p:spPr>
          <a:xfrm>
            <a:off x="2330450" y="5422899"/>
            <a:ext cx="1524000" cy="4064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q₁ (rad)</a:t>
            </a:r>
          </a:p>
        </p:txBody>
      </p:sp>
      <p:sp>
        <p:nvSpPr>
          <p:cNvPr id="41" name="text_40">
            <a:extLst>
              <a:ext uri="{FF2B5EF4-FFF2-40B4-BE49-F238E27FC236}">
                <a16:creationId xmlns:a16="http://schemas.microsoft.com/office/drawing/2014/main" id="{3335CC4C-46E6-84D9-0CA6-638ADDE12E7F}"/>
              </a:ext>
            </a:extLst>
          </p:cNvPr>
          <p:cNvSpPr txBox="1"/>
          <p:nvPr/>
        </p:nvSpPr>
        <p:spPr>
          <a:xfrm>
            <a:off x="838200" y="2616199"/>
            <a:ext cx="482600" cy="431800"/>
          </a:xfrm>
          <a:prstGeom prst="rect">
            <a:avLst/>
          </a:prstGeom>
          <a:noFill/>
        </p:spPr>
        <p:txBody>
          <a:bodyPr vert="horz" wrap="square" lIns="0" tIns="0" rIns="0" bIns="0" rtlCol="0" anchor="t">
            <a:noAutofit/>
          </a:bodyPr>
          <a:lstStyle/>
          <a:p>
            <a:r>
              <a:rPr lang="el-GR" sz="2400">
                <a:solidFill>
                  <a:srgbClr val="526477"/>
                </a:solidFill>
                <a:latin typeface="Aptos" panose="020B0004020202020204" pitchFamily="34" charset="0"/>
              </a:rPr>
              <a:t>π</a:t>
            </a:r>
            <a:endParaRPr lang="en-IL" sz="2400">
              <a:solidFill>
                <a:srgbClr val="526477"/>
              </a:solidFill>
              <a:latin typeface="Aptos" panose="020B0004020202020204" pitchFamily="34" charset="0"/>
            </a:endParaRPr>
          </a:p>
        </p:txBody>
      </p:sp>
      <p:sp>
        <p:nvSpPr>
          <p:cNvPr id="42" name="text_41">
            <a:extLst>
              <a:ext uri="{FF2B5EF4-FFF2-40B4-BE49-F238E27FC236}">
                <a16:creationId xmlns:a16="http://schemas.microsoft.com/office/drawing/2014/main" id="{560EF34C-86BB-131D-8E32-1AABEB2CFA66}"/>
              </a:ext>
            </a:extLst>
          </p:cNvPr>
          <p:cNvSpPr txBox="1"/>
          <p:nvPr/>
        </p:nvSpPr>
        <p:spPr>
          <a:xfrm>
            <a:off x="736600" y="5041899"/>
            <a:ext cx="546100" cy="431800"/>
          </a:xfrm>
          <a:prstGeom prst="rect">
            <a:avLst/>
          </a:prstGeom>
          <a:noFill/>
        </p:spPr>
        <p:txBody>
          <a:bodyPr vert="horz" wrap="square" lIns="0" tIns="0" rIns="0" bIns="0" rtlCol="0" anchor="t">
            <a:noAutofit/>
          </a:bodyPr>
          <a:lstStyle/>
          <a:p>
            <a:r>
              <a:rPr lang="el-GR" sz="2400">
                <a:solidFill>
                  <a:srgbClr val="526477"/>
                </a:solidFill>
                <a:latin typeface="Aptos" panose="020B0004020202020204" pitchFamily="34" charset="0"/>
              </a:rPr>
              <a:t>−π</a:t>
            </a:r>
            <a:endParaRPr lang="en-IL" sz="2400">
              <a:solidFill>
                <a:srgbClr val="526477"/>
              </a:solidFill>
              <a:latin typeface="Aptos" panose="020B0004020202020204" pitchFamily="34" charset="0"/>
            </a:endParaRPr>
          </a:p>
        </p:txBody>
      </p:sp>
      <p:sp>
        <p:nvSpPr>
          <p:cNvPr id="43" name="text_42">
            <a:extLst>
              <a:ext uri="{FF2B5EF4-FFF2-40B4-BE49-F238E27FC236}">
                <a16:creationId xmlns:a16="http://schemas.microsoft.com/office/drawing/2014/main" id="{79EBA900-29CE-FCBA-D656-72C414FAB6B2}"/>
              </a:ext>
            </a:extLst>
          </p:cNvPr>
          <p:cNvSpPr txBox="1"/>
          <p:nvPr/>
        </p:nvSpPr>
        <p:spPr>
          <a:xfrm>
            <a:off x="4114800" y="2705099"/>
            <a:ext cx="1143000" cy="4064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q₂</a:t>
            </a:r>
          </a:p>
        </p:txBody>
      </p:sp>
      <p:cxnSp>
        <p:nvCxnSpPr>
          <p:cNvPr id="44" name="Straight Connector 43">
            <a:extLst>
              <a:ext uri="{FF2B5EF4-FFF2-40B4-BE49-F238E27FC236}">
                <a16:creationId xmlns:a16="http://schemas.microsoft.com/office/drawing/2014/main" id="{C2F653B8-05B6-5203-28B0-223A02A11753}"/>
              </a:ext>
            </a:extLst>
          </p:cNvPr>
          <p:cNvCxnSpPr/>
          <p:nvPr/>
        </p:nvCxnSpPr>
        <p:spPr>
          <a:xfrm>
            <a:off x="1918372" y="3209224"/>
            <a:ext cx="319866" cy="127946"/>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95574B24-048A-6C1D-5C4F-5C87BEB615D3}"/>
              </a:ext>
            </a:extLst>
          </p:cNvPr>
          <p:cNvCxnSpPr/>
          <p:nvPr/>
        </p:nvCxnSpPr>
        <p:spPr>
          <a:xfrm>
            <a:off x="1918372" y="3209224"/>
            <a:ext cx="554434"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9AFEE30B-0C00-13B6-FBC2-BCBA89E9B9FF}"/>
              </a:ext>
            </a:extLst>
          </p:cNvPr>
          <p:cNvCxnSpPr/>
          <p:nvPr/>
        </p:nvCxnSpPr>
        <p:spPr>
          <a:xfrm flipH="1">
            <a:off x="1705129" y="3209224"/>
            <a:ext cx="213243" cy="639731"/>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29E41EB8-A134-AACD-3CF3-C5B327135157}"/>
              </a:ext>
            </a:extLst>
          </p:cNvPr>
          <p:cNvCxnSpPr/>
          <p:nvPr/>
        </p:nvCxnSpPr>
        <p:spPr>
          <a:xfrm>
            <a:off x="1918372" y="3209224"/>
            <a:ext cx="426488" cy="554433"/>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A6BED57A-FFE9-5A4B-1E71-450C74E68EC9}"/>
              </a:ext>
            </a:extLst>
          </p:cNvPr>
          <p:cNvCxnSpPr/>
          <p:nvPr/>
        </p:nvCxnSpPr>
        <p:spPr>
          <a:xfrm>
            <a:off x="2238238" y="3337170"/>
            <a:ext cx="106622" cy="426487"/>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06B5A1B8-4B34-3AD1-F803-F3CEA8A79582}"/>
              </a:ext>
            </a:extLst>
          </p:cNvPr>
          <p:cNvCxnSpPr/>
          <p:nvPr/>
        </p:nvCxnSpPr>
        <p:spPr>
          <a:xfrm flipV="1">
            <a:off x="2472806" y="3166575"/>
            <a:ext cx="191920" cy="42649"/>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7BF8BC2F-BC3C-CD2C-092E-797C3EDDDAE0}"/>
              </a:ext>
            </a:extLst>
          </p:cNvPr>
          <p:cNvCxnSpPr/>
          <p:nvPr/>
        </p:nvCxnSpPr>
        <p:spPr>
          <a:xfrm flipV="1">
            <a:off x="2472806" y="3081277"/>
            <a:ext cx="298542" cy="127947"/>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4A45808B-623E-40A1-BE7D-B0C1713E96E5}"/>
              </a:ext>
            </a:extLst>
          </p:cNvPr>
          <p:cNvCxnSpPr/>
          <p:nvPr/>
        </p:nvCxnSpPr>
        <p:spPr>
          <a:xfrm>
            <a:off x="2472806" y="3209224"/>
            <a:ext cx="383839" cy="298541"/>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6BD8A68D-FD1B-3967-70FB-F2AABD244693}"/>
              </a:ext>
            </a:extLst>
          </p:cNvPr>
          <p:cNvCxnSpPr/>
          <p:nvPr/>
        </p:nvCxnSpPr>
        <p:spPr>
          <a:xfrm flipV="1">
            <a:off x="2664726" y="3081277"/>
            <a:ext cx="106622" cy="85298"/>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BB1C3E9D-895B-8D60-37A7-DC52FCE0E6A1}"/>
              </a:ext>
            </a:extLst>
          </p:cNvPr>
          <p:cNvCxnSpPr/>
          <p:nvPr/>
        </p:nvCxnSpPr>
        <p:spPr>
          <a:xfrm>
            <a:off x="2664726" y="3166575"/>
            <a:ext cx="191919" cy="34119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7845BABF-08ED-AA92-C570-75F289FE23FE}"/>
              </a:ext>
            </a:extLst>
          </p:cNvPr>
          <p:cNvCxnSpPr/>
          <p:nvPr/>
        </p:nvCxnSpPr>
        <p:spPr>
          <a:xfrm>
            <a:off x="2771348" y="3081277"/>
            <a:ext cx="85297" cy="426488"/>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B7A4211F-5149-064E-D952-63C71E41E3C2}"/>
              </a:ext>
            </a:extLst>
          </p:cNvPr>
          <p:cNvCxnSpPr/>
          <p:nvPr/>
        </p:nvCxnSpPr>
        <p:spPr>
          <a:xfrm>
            <a:off x="2856645" y="3507765"/>
            <a:ext cx="85298" cy="213244"/>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F7C60F47-3E65-F378-A19E-90C0BA7E1FA6}"/>
              </a:ext>
            </a:extLst>
          </p:cNvPr>
          <p:cNvCxnSpPr/>
          <p:nvPr/>
        </p:nvCxnSpPr>
        <p:spPr>
          <a:xfrm>
            <a:off x="2941943" y="3721009"/>
            <a:ext cx="85297" cy="34119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55615D0F-9B9C-ADD2-0234-26C21D7C6638}"/>
              </a:ext>
            </a:extLst>
          </p:cNvPr>
          <p:cNvCxnSpPr/>
          <p:nvPr/>
        </p:nvCxnSpPr>
        <p:spPr>
          <a:xfrm>
            <a:off x="2941943" y="3721009"/>
            <a:ext cx="127946" cy="597082"/>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BB71AC8F-EA67-7451-9231-409736CA715E}"/>
              </a:ext>
            </a:extLst>
          </p:cNvPr>
          <p:cNvCxnSpPr/>
          <p:nvPr/>
        </p:nvCxnSpPr>
        <p:spPr>
          <a:xfrm>
            <a:off x="3027240" y="4062199"/>
            <a:ext cx="42649" cy="255892"/>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F3A38EB0-1A09-2095-F473-FA6D762BCF4C}"/>
              </a:ext>
            </a:extLst>
          </p:cNvPr>
          <p:cNvCxnSpPr/>
          <p:nvPr/>
        </p:nvCxnSpPr>
        <p:spPr>
          <a:xfrm>
            <a:off x="2856645" y="3507765"/>
            <a:ext cx="170595" cy="554434"/>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A8C2D2BC-3343-B79D-C0D5-B35D579A172A}"/>
              </a:ext>
            </a:extLst>
          </p:cNvPr>
          <p:cNvCxnSpPr/>
          <p:nvPr/>
        </p:nvCxnSpPr>
        <p:spPr>
          <a:xfrm>
            <a:off x="3027240" y="4062199"/>
            <a:ext cx="298541" cy="511785"/>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26090786-0D42-DB7B-758B-0031628D093F}"/>
              </a:ext>
            </a:extLst>
          </p:cNvPr>
          <p:cNvCxnSpPr/>
          <p:nvPr/>
        </p:nvCxnSpPr>
        <p:spPr>
          <a:xfrm>
            <a:off x="3069889" y="4318091"/>
            <a:ext cx="255892" cy="255893"/>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1AE4A422-B880-89F3-4DBF-ED5B760A05FC}"/>
              </a:ext>
            </a:extLst>
          </p:cNvPr>
          <p:cNvCxnSpPr/>
          <p:nvPr/>
        </p:nvCxnSpPr>
        <p:spPr>
          <a:xfrm flipV="1">
            <a:off x="2941943" y="3593062"/>
            <a:ext cx="597082" cy="127947"/>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36AEE81F-C4D0-4DB0-27A8-25536697B217}"/>
              </a:ext>
            </a:extLst>
          </p:cNvPr>
          <p:cNvCxnSpPr/>
          <p:nvPr/>
        </p:nvCxnSpPr>
        <p:spPr>
          <a:xfrm>
            <a:off x="2856645" y="3507765"/>
            <a:ext cx="682380" cy="85297"/>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C9EC44D4-EE2A-A333-35D8-AE51086FD50C}"/>
              </a:ext>
            </a:extLst>
          </p:cNvPr>
          <p:cNvCxnSpPr/>
          <p:nvPr/>
        </p:nvCxnSpPr>
        <p:spPr>
          <a:xfrm flipV="1">
            <a:off x="3027240" y="3593062"/>
            <a:ext cx="511785" cy="469137"/>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A0522B00-2200-EBDB-ACD8-C4BD54EA30B4}"/>
              </a:ext>
            </a:extLst>
          </p:cNvPr>
          <p:cNvCxnSpPr/>
          <p:nvPr/>
        </p:nvCxnSpPr>
        <p:spPr>
          <a:xfrm flipV="1">
            <a:off x="3069889" y="3593062"/>
            <a:ext cx="469136" cy="725029"/>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88EC54A8-C270-950E-A6A2-9A4BFCFF5E3A}"/>
              </a:ext>
            </a:extLst>
          </p:cNvPr>
          <p:cNvCxnSpPr/>
          <p:nvPr/>
        </p:nvCxnSpPr>
        <p:spPr>
          <a:xfrm>
            <a:off x="2046319" y="4531335"/>
            <a:ext cx="341190" cy="213244"/>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id="{8DE5426E-38E7-1B2D-D393-0E2FD4EC20B1}"/>
              </a:ext>
            </a:extLst>
          </p:cNvPr>
          <p:cNvCxnSpPr/>
          <p:nvPr/>
        </p:nvCxnSpPr>
        <p:spPr>
          <a:xfrm flipV="1">
            <a:off x="2046319" y="3934252"/>
            <a:ext cx="85297" cy="597083"/>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a16="http://schemas.microsoft.com/office/drawing/2014/main" id="{49840C5C-C00F-67B5-A97E-10637C26044E}"/>
              </a:ext>
            </a:extLst>
          </p:cNvPr>
          <p:cNvCxnSpPr/>
          <p:nvPr/>
        </p:nvCxnSpPr>
        <p:spPr>
          <a:xfrm>
            <a:off x="2046319" y="4531335"/>
            <a:ext cx="554433" cy="426488"/>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63A231CC-157B-4B56-71FE-2F99A2F93C64}"/>
              </a:ext>
            </a:extLst>
          </p:cNvPr>
          <p:cNvCxnSpPr/>
          <p:nvPr/>
        </p:nvCxnSpPr>
        <p:spPr>
          <a:xfrm flipH="1" flipV="1">
            <a:off x="1705129" y="3848955"/>
            <a:ext cx="341190" cy="68238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E909FE11-33B7-981E-846D-8BD9D4D06DE5}"/>
              </a:ext>
            </a:extLst>
          </p:cNvPr>
          <p:cNvCxnSpPr/>
          <p:nvPr/>
        </p:nvCxnSpPr>
        <p:spPr>
          <a:xfrm>
            <a:off x="2387509" y="4744579"/>
            <a:ext cx="213243" cy="213244"/>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71" name="Straight Connector 70">
            <a:extLst>
              <a:ext uri="{FF2B5EF4-FFF2-40B4-BE49-F238E27FC236}">
                <a16:creationId xmlns:a16="http://schemas.microsoft.com/office/drawing/2014/main" id="{0F41F0D0-AAFC-A9AC-80F7-888958963C32}"/>
              </a:ext>
            </a:extLst>
          </p:cNvPr>
          <p:cNvCxnSpPr/>
          <p:nvPr/>
        </p:nvCxnSpPr>
        <p:spPr>
          <a:xfrm>
            <a:off x="2387509" y="4744579"/>
            <a:ext cx="49046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5A6AC9F7-8208-AFD7-37F3-6D6DCE4549F1}"/>
              </a:ext>
            </a:extLst>
          </p:cNvPr>
          <p:cNvCxnSpPr/>
          <p:nvPr/>
        </p:nvCxnSpPr>
        <p:spPr>
          <a:xfrm flipV="1">
            <a:off x="2600752" y="4744579"/>
            <a:ext cx="277217" cy="213244"/>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5C16041D-A2BD-DF85-423C-F30EA152537E}"/>
              </a:ext>
            </a:extLst>
          </p:cNvPr>
          <p:cNvCxnSpPr/>
          <p:nvPr/>
        </p:nvCxnSpPr>
        <p:spPr>
          <a:xfrm>
            <a:off x="1705129" y="3848955"/>
            <a:ext cx="426487" cy="85297"/>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74" name="Straight Connector 73">
            <a:extLst>
              <a:ext uri="{FF2B5EF4-FFF2-40B4-BE49-F238E27FC236}">
                <a16:creationId xmlns:a16="http://schemas.microsoft.com/office/drawing/2014/main" id="{A0C054A8-6B38-063C-53DB-B7E656F7A103}"/>
              </a:ext>
            </a:extLst>
          </p:cNvPr>
          <p:cNvCxnSpPr/>
          <p:nvPr/>
        </p:nvCxnSpPr>
        <p:spPr>
          <a:xfrm flipV="1">
            <a:off x="1705129" y="3763657"/>
            <a:ext cx="639731" cy="85298"/>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75" name="Straight Connector 74">
            <a:extLst>
              <a:ext uri="{FF2B5EF4-FFF2-40B4-BE49-F238E27FC236}">
                <a16:creationId xmlns:a16="http://schemas.microsoft.com/office/drawing/2014/main" id="{049905CE-5F68-B07A-E83E-53D5A2C5561C}"/>
              </a:ext>
            </a:extLst>
          </p:cNvPr>
          <p:cNvCxnSpPr/>
          <p:nvPr/>
        </p:nvCxnSpPr>
        <p:spPr>
          <a:xfrm flipH="1">
            <a:off x="1705129" y="3337170"/>
            <a:ext cx="533109" cy="511785"/>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76" name="Straight Connector 75">
            <a:extLst>
              <a:ext uri="{FF2B5EF4-FFF2-40B4-BE49-F238E27FC236}">
                <a16:creationId xmlns:a16="http://schemas.microsoft.com/office/drawing/2014/main" id="{70A9A4BA-16AA-5FB2-91A9-67C51444D1D3}"/>
              </a:ext>
            </a:extLst>
          </p:cNvPr>
          <p:cNvCxnSpPr/>
          <p:nvPr/>
        </p:nvCxnSpPr>
        <p:spPr>
          <a:xfrm flipV="1">
            <a:off x="2131616" y="3763657"/>
            <a:ext cx="213244" cy="170595"/>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26EBAB47-83F1-6F99-2FA3-3490FBF2C59F}"/>
              </a:ext>
            </a:extLst>
          </p:cNvPr>
          <p:cNvCxnSpPr/>
          <p:nvPr/>
        </p:nvCxnSpPr>
        <p:spPr>
          <a:xfrm flipH="1">
            <a:off x="2131616" y="3337170"/>
            <a:ext cx="106622" cy="597082"/>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02B70FC5-AC2A-C602-BAD9-3337AB0145BB}"/>
              </a:ext>
            </a:extLst>
          </p:cNvPr>
          <p:cNvCxnSpPr/>
          <p:nvPr/>
        </p:nvCxnSpPr>
        <p:spPr>
          <a:xfrm flipH="1" flipV="1">
            <a:off x="1918372" y="3209224"/>
            <a:ext cx="469137" cy="554433"/>
          </a:xfrm>
          <a:prstGeom prst="line">
            <a:avLst/>
          </a:prstGeom>
          <a:ln w="27940">
            <a:solidFill>
              <a:srgbClr val="137F79"/>
            </a:solidFill>
          </a:ln>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973A764C-8048-CC9C-5DF5-1FA68EF04D8E}"/>
              </a:ext>
            </a:extLst>
          </p:cNvPr>
          <p:cNvCxnSpPr/>
          <p:nvPr/>
        </p:nvCxnSpPr>
        <p:spPr>
          <a:xfrm>
            <a:off x="1918372" y="3209224"/>
            <a:ext cx="554434" cy="0"/>
          </a:xfrm>
          <a:prstGeom prst="line">
            <a:avLst/>
          </a:prstGeom>
          <a:ln w="27940">
            <a:solidFill>
              <a:srgbClr val="137F79"/>
            </a:solidFill>
          </a:ln>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B02A7086-6C5F-DF09-5DD0-7A5446680F40}"/>
              </a:ext>
            </a:extLst>
          </p:cNvPr>
          <p:cNvCxnSpPr/>
          <p:nvPr/>
        </p:nvCxnSpPr>
        <p:spPr>
          <a:xfrm>
            <a:off x="2472806" y="3209224"/>
            <a:ext cx="383839" cy="298541"/>
          </a:xfrm>
          <a:prstGeom prst="line">
            <a:avLst/>
          </a:prstGeom>
          <a:ln w="27940">
            <a:solidFill>
              <a:srgbClr val="137F79"/>
            </a:solidFill>
          </a:ln>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DABA6F8A-3B14-86B1-4FDB-A7548B2FE65E}"/>
              </a:ext>
            </a:extLst>
          </p:cNvPr>
          <p:cNvCxnSpPr/>
          <p:nvPr/>
        </p:nvCxnSpPr>
        <p:spPr>
          <a:xfrm>
            <a:off x="2856645" y="3507765"/>
            <a:ext cx="127946" cy="767678"/>
          </a:xfrm>
          <a:prstGeom prst="line">
            <a:avLst/>
          </a:prstGeom>
          <a:ln w="27940">
            <a:solidFill>
              <a:srgbClr val="137F79"/>
            </a:solidFill>
          </a:ln>
        </p:spPr>
        <p:style>
          <a:lnRef idx="2">
            <a:schemeClr val="accent1"/>
          </a:lnRef>
          <a:fillRef idx="0">
            <a:schemeClr val="accent1"/>
          </a:fillRef>
          <a:effectRef idx="1">
            <a:schemeClr val="accent1"/>
          </a:effectRef>
          <a:fontRef idx="minor">
            <a:schemeClr val="tx1"/>
          </a:fontRef>
        </p:style>
      </p:cxnSp>
      <p:sp>
        <p:nvSpPr>
          <p:cNvPr id="82" name="Oval 81">
            <a:extLst>
              <a:ext uri="{FF2B5EF4-FFF2-40B4-BE49-F238E27FC236}">
                <a16:creationId xmlns:a16="http://schemas.microsoft.com/office/drawing/2014/main" id="{589649EA-4D51-D13F-D914-E87F88871F3C}"/>
              </a:ext>
            </a:extLst>
          </p:cNvPr>
          <p:cNvSpPr/>
          <p:nvPr/>
        </p:nvSpPr>
        <p:spPr>
          <a:xfrm>
            <a:off x="1867572" y="3158424"/>
            <a:ext cx="101600" cy="101599"/>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83" name="Oval 82">
            <a:extLst>
              <a:ext uri="{FF2B5EF4-FFF2-40B4-BE49-F238E27FC236}">
                <a16:creationId xmlns:a16="http://schemas.microsoft.com/office/drawing/2014/main" id="{BB3C8326-3039-B32D-BF1E-839F0E6BD3A3}"/>
              </a:ext>
            </a:extLst>
          </p:cNvPr>
          <p:cNvSpPr/>
          <p:nvPr/>
        </p:nvSpPr>
        <p:spPr>
          <a:xfrm>
            <a:off x="2187438" y="3286370"/>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84" name="Oval 83">
            <a:extLst>
              <a:ext uri="{FF2B5EF4-FFF2-40B4-BE49-F238E27FC236}">
                <a16:creationId xmlns:a16="http://schemas.microsoft.com/office/drawing/2014/main" id="{E4991454-38EB-14F5-8F95-AFCD5C25A280}"/>
              </a:ext>
            </a:extLst>
          </p:cNvPr>
          <p:cNvSpPr/>
          <p:nvPr/>
        </p:nvSpPr>
        <p:spPr>
          <a:xfrm>
            <a:off x="2422006" y="3158424"/>
            <a:ext cx="101600" cy="101599"/>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85" name="Oval 84">
            <a:extLst>
              <a:ext uri="{FF2B5EF4-FFF2-40B4-BE49-F238E27FC236}">
                <a16:creationId xmlns:a16="http://schemas.microsoft.com/office/drawing/2014/main" id="{2908993D-EA3A-A25D-BFFD-21167966A63E}"/>
              </a:ext>
            </a:extLst>
          </p:cNvPr>
          <p:cNvSpPr/>
          <p:nvPr/>
        </p:nvSpPr>
        <p:spPr>
          <a:xfrm>
            <a:off x="2613926" y="3115775"/>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86" name="Oval 85">
            <a:extLst>
              <a:ext uri="{FF2B5EF4-FFF2-40B4-BE49-F238E27FC236}">
                <a16:creationId xmlns:a16="http://schemas.microsoft.com/office/drawing/2014/main" id="{5878ABE6-B8C8-0AFE-9F41-860C20490955}"/>
              </a:ext>
            </a:extLst>
          </p:cNvPr>
          <p:cNvSpPr/>
          <p:nvPr/>
        </p:nvSpPr>
        <p:spPr>
          <a:xfrm>
            <a:off x="2720548" y="3030477"/>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87" name="Oval 86">
            <a:extLst>
              <a:ext uri="{FF2B5EF4-FFF2-40B4-BE49-F238E27FC236}">
                <a16:creationId xmlns:a16="http://schemas.microsoft.com/office/drawing/2014/main" id="{721053D4-F6C5-B5AA-0CB5-B7662412C6C3}"/>
              </a:ext>
            </a:extLst>
          </p:cNvPr>
          <p:cNvSpPr/>
          <p:nvPr/>
        </p:nvSpPr>
        <p:spPr>
          <a:xfrm>
            <a:off x="2805845" y="3456965"/>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88" name="Oval 87">
            <a:extLst>
              <a:ext uri="{FF2B5EF4-FFF2-40B4-BE49-F238E27FC236}">
                <a16:creationId xmlns:a16="http://schemas.microsoft.com/office/drawing/2014/main" id="{033B2F63-EC2E-5E51-3807-D1BC6D34C8CC}"/>
              </a:ext>
            </a:extLst>
          </p:cNvPr>
          <p:cNvSpPr/>
          <p:nvPr/>
        </p:nvSpPr>
        <p:spPr>
          <a:xfrm>
            <a:off x="2891143" y="3670209"/>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89" name="Oval 88">
            <a:extLst>
              <a:ext uri="{FF2B5EF4-FFF2-40B4-BE49-F238E27FC236}">
                <a16:creationId xmlns:a16="http://schemas.microsoft.com/office/drawing/2014/main" id="{9C3021E5-E6D8-F042-B691-AD4E3C2A0182}"/>
              </a:ext>
            </a:extLst>
          </p:cNvPr>
          <p:cNvSpPr/>
          <p:nvPr/>
        </p:nvSpPr>
        <p:spPr>
          <a:xfrm>
            <a:off x="2976440" y="4011399"/>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0" name="Oval 89">
            <a:extLst>
              <a:ext uri="{FF2B5EF4-FFF2-40B4-BE49-F238E27FC236}">
                <a16:creationId xmlns:a16="http://schemas.microsoft.com/office/drawing/2014/main" id="{1AC3E38A-4580-32DA-B4EA-AAF54B458E6B}"/>
              </a:ext>
            </a:extLst>
          </p:cNvPr>
          <p:cNvSpPr/>
          <p:nvPr/>
        </p:nvSpPr>
        <p:spPr>
          <a:xfrm>
            <a:off x="3019089" y="4267291"/>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1" name="Oval 90">
            <a:extLst>
              <a:ext uri="{FF2B5EF4-FFF2-40B4-BE49-F238E27FC236}">
                <a16:creationId xmlns:a16="http://schemas.microsoft.com/office/drawing/2014/main" id="{207E3867-C6A9-844B-2705-176A381E8356}"/>
              </a:ext>
            </a:extLst>
          </p:cNvPr>
          <p:cNvSpPr/>
          <p:nvPr/>
        </p:nvSpPr>
        <p:spPr>
          <a:xfrm>
            <a:off x="3274981" y="4523184"/>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2" name="Oval 91">
            <a:extLst>
              <a:ext uri="{FF2B5EF4-FFF2-40B4-BE49-F238E27FC236}">
                <a16:creationId xmlns:a16="http://schemas.microsoft.com/office/drawing/2014/main" id="{81C09922-64B4-2BDA-6AB2-17920BE44547}"/>
              </a:ext>
            </a:extLst>
          </p:cNvPr>
          <p:cNvSpPr/>
          <p:nvPr/>
        </p:nvSpPr>
        <p:spPr>
          <a:xfrm>
            <a:off x="3488225" y="3542262"/>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3" name="Oval 92">
            <a:extLst>
              <a:ext uri="{FF2B5EF4-FFF2-40B4-BE49-F238E27FC236}">
                <a16:creationId xmlns:a16="http://schemas.microsoft.com/office/drawing/2014/main" id="{EEE4A7F4-0CEB-2F6F-EC95-19FB3A4DF3C7}"/>
              </a:ext>
            </a:extLst>
          </p:cNvPr>
          <p:cNvSpPr/>
          <p:nvPr/>
        </p:nvSpPr>
        <p:spPr>
          <a:xfrm>
            <a:off x="1995519" y="4480535"/>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4" name="Oval 93">
            <a:extLst>
              <a:ext uri="{FF2B5EF4-FFF2-40B4-BE49-F238E27FC236}">
                <a16:creationId xmlns:a16="http://schemas.microsoft.com/office/drawing/2014/main" id="{D52A5421-FB96-7451-0632-BCDE7C3CA6CB}"/>
              </a:ext>
            </a:extLst>
          </p:cNvPr>
          <p:cNvSpPr/>
          <p:nvPr/>
        </p:nvSpPr>
        <p:spPr>
          <a:xfrm>
            <a:off x="2336709" y="4693779"/>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5" name="Oval 94">
            <a:extLst>
              <a:ext uri="{FF2B5EF4-FFF2-40B4-BE49-F238E27FC236}">
                <a16:creationId xmlns:a16="http://schemas.microsoft.com/office/drawing/2014/main" id="{2D7C2E28-F4EC-24FA-F18A-A4B8130099CD}"/>
              </a:ext>
            </a:extLst>
          </p:cNvPr>
          <p:cNvSpPr/>
          <p:nvPr/>
        </p:nvSpPr>
        <p:spPr>
          <a:xfrm>
            <a:off x="2549952" y="4907023"/>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6" name="Oval 95">
            <a:extLst>
              <a:ext uri="{FF2B5EF4-FFF2-40B4-BE49-F238E27FC236}">
                <a16:creationId xmlns:a16="http://schemas.microsoft.com/office/drawing/2014/main" id="{BAF20D9E-BD07-E7A6-B409-8F8474624153}"/>
              </a:ext>
            </a:extLst>
          </p:cNvPr>
          <p:cNvSpPr/>
          <p:nvPr/>
        </p:nvSpPr>
        <p:spPr>
          <a:xfrm>
            <a:off x="2827169" y="4693779"/>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7" name="Oval 96">
            <a:extLst>
              <a:ext uri="{FF2B5EF4-FFF2-40B4-BE49-F238E27FC236}">
                <a16:creationId xmlns:a16="http://schemas.microsoft.com/office/drawing/2014/main" id="{9237E0FB-F558-54B4-7FB3-838CCD6EB815}"/>
              </a:ext>
            </a:extLst>
          </p:cNvPr>
          <p:cNvSpPr/>
          <p:nvPr/>
        </p:nvSpPr>
        <p:spPr>
          <a:xfrm>
            <a:off x="1654329" y="3798155"/>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8" name="Oval 97">
            <a:extLst>
              <a:ext uri="{FF2B5EF4-FFF2-40B4-BE49-F238E27FC236}">
                <a16:creationId xmlns:a16="http://schemas.microsoft.com/office/drawing/2014/main" id="{B5D97E96-1713-56AC-0E3E-E64E48F76A33}"/>
              </a:ext>
            </a:extLst>
          </p:cNvPr>
          <p:cNvSpPr/>
          <p:nvPr/>
        </p:nvSpPr>
        <p:spPr>
          <a:xfrm>
            <a:off x="2080816" y="3883452"/>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9" name="Oval 98">
            <a:extLst>
              <a:ext uri="{FF2B5EF4-FFF2-40B4-BE49-F238E27FC236}">
                <a16:creationId xmlns:a16="http://schemas.microsoft.com/office/drawing/2014/main" id="{E0C7BA90-B884-CAD5-900F-A9CC0FAC583A}"/>
              </a:ext>
            </a:extLst>
          </p:cNvPr>
          <p:cNvSpPr/>
          <p:nvPr/>
        </p:nvSpPr>
        <p:spPr>
          <a:xfrm>
            <a:off x="2294060" y="3712857"/>
            <a:ext cx="101600" cy="101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0" name="Oval 99">
            <a:extLst>
              <a:ext uri="{FF2B5EF4-FFF2-40B4-BE49-F238E27FC236}">
                <a16:creationId xmlns:a16="http://schemas.microsoft.com/office/drawing/2014/main" id="{F5A810C4-6AE5-8E4C-CFF2-585E3191203F}"/>
              </a:ext>
            </a:extLst>
          </p:cNvPr>
          <p:cNvSpPr/>
          <p:nvPr/>
        </p:nvSpPr>
        <p:spPr>
          <a:xfrm>
            <a:off x="2311309" y="3687457"/>
            <a:ext cx="152400" cy="152400"/>
          </a:xfrm>
          <a:prstGeom prst="ellipse">
            <a:avLst/>
          </a:prstGeom>
          <a:solidFill>
            <a:srgbClr val="E889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1" name="Oval 100">
            <a:extLst>
              <a:ext uri="{FF2B5EF4-FFF2-40B4-BE49-F238E27FC236}">
                <a16:creationId xmlns:a16="http://schemas.microsoft.com/office/drawing/2014/main" id="{B8FFC38C-6178-6055-CE8E-05D3F60E2C2A}"/>
              </a:ext>
            </a:extLst>
          </p:cNvPr>
          <p:cNvSpPr/>
          <p:nvPr/>
        </p:nvSpPr>
        <p:spPr>
          <a:xfrm>
            <a:off x="2908391" y="4199243"/>
            <a:ext cx="152400" cy="1524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2" name="text_101">
            <a:extLst>
              <a:ext uri="{FF2B5EF4-FFF2-40B4-BE49-F238E27FC236}">
                <a16:creationId xmlns:a16="http://schemas.microsoft.com/office/drawing/2014/main" id="{24DFE781-F247-7996-5538-C9F99BA5E178}"/>
              </a:ext>
            </a:extLst>
          </p:cNvPr>
          <p:cNvSpPr txBox="1"/>
          <p:nvPr/>
        </p:nvSpPr>
        <p:spPr>
          <a:xfrm>
            <a:off x="685800" y="5816599"/>
            <a:ext cx="4559300" cy="393700"/>
          </a:xfrm>
          <a:prstGeom prst="rect">
            <a:avLst/>
          </a:prstGeom>
          <a:noFill/>
        </p:spPr>
        <p:txBody>
          <a:bodyPr vert="horz" wrap="square" lIns="0" tIns="0" rIns="0" bIns="0" rtlCol="0" anchor="t">
            <a:noAutofit/>
          </a:bodyPr>
          <a:lstStyle/>
          <a:p>
            <a:r>
              <a:rPr lang="en-US" sz="2400">
                <a:solidFill>
                  <a:srgbClr val="137F79"/>
                </a:solidFill>
                <a:latin typeface="Aptos" panose="020B0004020202020204" pitchFamily="34" charset="0"/>
              </a:rPr>
              <a:t>Replay more densely: 0.002 rad</a:t>
            </a:r>
            <a:endParaRPr lang="en-IL" sz="2400">
              <a:solidFill>
                <a:srgbClr val="137F79"/>
              </a:solidFill>
              <a:latin typeface="Aptos" panose="020B0004020202020204" pitchFamily="34" charset="0"/>
            </a:endParaRPr>
          </a:p>
        </p:txBody>
      </p:sp>
      <p:sp>
        <p:nvSpPr>
          <p:cNvPr id="103" name="Rectangle: Rounded Corners 102">
            <a:extLst>
              <a:ext uri="{FF2B5EF4-FFF2-40B4-BE49-F238E27FC236}">
                <a16:creationId xmlns:a16="http://schemas.microsoft.com/office/drawing/2014/main" id="{1E266E0F-3CB2-520A-48E3-7F6E436932FB}"/>
              </a:ext>
            </a:extLst>
          </p:cNvPr>
          <p:cNvSpPr/>
          <p:nvPr/>
        </p:nvSpPr>
        <p:spPr>
          <a:xfrm>
            <a:off x="5486400" y="2654300"/>
            <a:ext cx="6019800" cy="16510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4" name="text_103">
            <a:extLst>
              <a:ext uri="{FF2B5EF4-FFF2-40B4-BE49-F238E27FC236}">
                <a16:creationId xmlns:a16="http://schemas.microsoft.com/office/drawing/2014/main" id="{7B4E6C4F-E96D-C298-9F02-7269FDE7346D}"/>
              </a:ext>
            </a:extLst>
          </p:cNvPr>
          <p:cNvSpPr txBox="1"/>
          <p:nvPr/>
        </p:nvSpPr>
        <p:spPr>
          <a:xfrm>
            <a:off x="5715000" y="2844799"/>
            <a:ext cx="55626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Implement</a:t>
            </a:r>
          </a:p>
        </p:txBody>
      </p:sp>
      <p:sp>
        <p:nvSpPr>
          <p:cNvPr id="105" name="text_104">
            <a:extLst>
              <a:ext uri="{FF2B5EF4-FFF2-40B4-BE49-F238E27FC236}">
                <a16:creationId xmlns:a16="http://schemas.microsoft.com/office/drawing/2014/main" id="{7E512017-B8C1-563F-ED7E-29394FB19893}"/>
              </a:ext>
            </a:extLst>
          </p:cNvPr>
          <p:cNvSpPr txBox="1"/>
          <p:nvPr/>
        </p:nvSpPr>
        <p:spPr>
          <a:xfrm>
            <a:off x="5715000" y="3467099"/>
            <a:ext cx="5562600" cy="7874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Replay segments; sum joint-space lengths.</a:t>
            </a:r>
            <a:endParaRPr lang="en-IL" sz="2400">
              <a:solidFill>
                <a:srgbClr val="15283B"/>
              </a:solidFill>
              <a:latin typeface="Aptos" panose="020B0004020202020204" pitchFamily="34" charset="0"/>
            </a:endParaRPr>
          </a:p>
        </p:txBody>
      </p:sp>
      <p:sp>
        <p:nvSpPr>
          <p:cNvPr id="106" name="Rectangle: Rounded Corners 105">
            <a:extLst>
              <a:ext uri="{FF2B5EF4-FFF2-40B4-BE49-F238E27FC236}">
                <a16:creationId xmlns:a16="http://schemas.microsoft.com/office/drawing/2014/main" id="{B409217A-F52D-07B9-7802-A0155E3DE74A}"/>
              </a:ext>
            </a:extLst>
          </p:cNvPr>
          <p:cNvSpPr/>
          <p:nvPr/>
        </p:nvSpPr>
        <p:spPr>
          <a:xfrm>
            <a:off x="5486400" y="4470400"/>
            <a:ext cx="6019800" cy="16510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7" name="text_106">
            <a:extLst>
              <a:ext uri="{FF2B5EF4-FFF2-40B4-BE49-F238E27FC236}">
                <a16:creationId xmlns:a16="http://schemas.microsoft.com/office/drawing/2014/main" id="{13066BFF-D41D-B261-8C31-00AD40002B1C}"/>
              </a:ext>
            </a:extLst>
          </p:cNvPr>
          <p:cNvSpPr txBox="1"/>
          <p:nvPr/>
        </p:nvSpPr>
        <p:spPr>
          <a:xfrm>
            <a:off x="5715000" y="4660899"/>
            <a:ext cx="55626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Check</a:t>
            </a:r>
          </a:p>
        </p:txBody>
      </p:sp>
      <p:sp>
        <p:nvSpPr>
          <p:cNvPr id="108" name="text_107">
            <a:extLst>
              <a:ext uri="{FF2B5EF4-FFF2-40B4-BE49-F238E27FC236}">
                <a16:creationId xmlns:a16="http://schemas.microsoft.com/office/drawing/2014/main" id="{2AFE0B2A-0472-905A-C9DF-6E4F843304C8}"/>
              </a:ext>
            </a:extLst>
          </p:cNvPr>
          <p:cNvSpPr txBox="1"/>
          <p:nvPr/>
        </p:nvSpPr>
        <p:spPr>
          <a:xfrm>
            <a:off x="5715000" y="5283199"/>
            <a:ext cx="5562600" cy="7874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Endpoints, clearance, and reported cost.</a:t>
            </a:r>
            <a:endParaRPr lang="en-IL" sz="2400">
              <a:solidFill>
                <a:srgbClr val="15283B"/>
              </a:solidFill>
              <a:latin typeface="Aptos" panose="020B0004020202020204" pitchFamily="34" charset="0"/>
            </a:endParaRPr>
          </a:p>
        </p:txBody>
      </p:sp>
    </p:spTree>
    <p:extLst>
      <p:ext uri="{BB962C8B-B14F-4D97-AF65-F5344CB8AC3E}">
        <p14:creationId xmlns:p14="http://schemas.microsoft.com/office/powerpoint/2010/main" val="36495655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7D4E36E5-1752-8E3B-6716-45D8B8A7197C}"/>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04 / CONFIGURATION SPACE &amp; PRM</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5AE98201-39B8-D8F8-1452-522E694C166C}"/>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Interpret success and failure</a:t>
            </a:r>
          </a:p>
        </p:txBody>
      </p:sp>
      <p:sp>
        <p:nvSpPr>
          <p:cNvPr id="4" name="text_3">
            <a:extLst>
              <a:ext uri="{FF2B5EF4-FFF2-40B4-BE49-F238E27FC236}">
                <a16:creationId xmlns:a16="http://schemas.microsoft.com/office/drawing/2014/main" id="{2338BC0F-D67D-AF82-2CC4-6AA40880EF58}"/>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A finite roadmap can miss a route that physically exists.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33F693FB-E914-054A-6E0E-BC5774C97632}"/>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072EF696-D10D-7F98-55C2-05AAE9D68AD5}"/>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Motion Planning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123C07EF-B186-CAAD-33F0-3E0CD7268BF8}"/>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16</a:t>
            </a:r>
          </a:p>
        </p:txBody>
      </p:sp>
      <p:sp>
        <p:nvSpPr>
          <p:cNvPr id="8" name="Rectangle: Rounded Corners 7">
            <a:extLst>
              <a:ext uri="{FF2B5EF4-FFF2-40B4-BE49-F238E27FC236}">
                <a16:creationId xmlns:a16="http://schemas.microsoft.com/office/drawing/2014/main" id="{98DFC3A7-F59B-1955-27F4-B7C2B1533B2F}"/>
              </a:ext>
            </a:extLst>
          </p:cNvPr>
          <p:cNvSpPr/>
          <p:nvPr/>
        </p:nvSpPr>
        <p:spPr>
          <a:xfrm>
            <a:off x="685800" y="2641600"/>
            <a:ext cx="5207000" cy="21590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813AABD8-E925-0AC8-085A-6F454761AB0A}"/>
              </a:ext>
            </a:extLst>
          </p:cNvPr>
          <p:cNvSpPr txBox="1"/>
          <p:nvPr/>
        </p:nvSpPr>
        <p:spPr>
          <a:xfrm>
            <a:off x="914400" y="2832099"/>
            <a:ext cx="4749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20 samples · seed 7</a:t>
            </a:r>
          </a:p>
        </p:txBody>
      </p:sp>
      <p:sp>
        <p:nvSpPr>
          <p:cNvPr id="10" name="text_9">
            <a:extLst>
              <a:ext uri="{FF2B5EF4-FFF2-40B4-BE49-F238E27FC236}">
                <a16:creationId xmlns:a16="http://schemas.microsoft.com/office/drawing/2014/main" id="{4138B83E-097C-4ADE-9185-8457CA77D7DE}"/>
              </a:ext>
            </a:extLst>
          </p:cNvPr>
          <p:cNvSpPr txBox="1"/>
          <p:nvPr/>
        </p:nvSpPr>
        <p:spPr>
          <a:xfrm>
            <a:off x="914400" y="3454399"/>
            <a:ext cx="4749800" cy="12954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91 edges
Path length: 5.630 rad</a:t>
            </a:r>
            <a:endParaRPr lang="en-IL" sz="2400">
              <a:solidFill>
                <a:srgbClr val="15283B"/>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D7BDB5DA-72DA-FF15-EC7F-F2C5B9B403B6}"/>
              </a:ext>
            </a:extLst>
          </p:cNvPr>
          <p:cNvSpPr/>
          <p:nvPr/>
        </p:nvSpPr>
        <p:spPr>
          <a:xfrm>
            <a:off x="6172200" y="2641600"/>
            <a:ext cx="5334000" cy="21590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F0155D85-DDDD-92BE-C353-2B0680BA7838}"/>
              </a:ext>
            </a:extLst>
          </p:cNvPr>
          <p:cNvSpPr txBox="1"/>
          <p:nvPr/>
        </p:nvSpPr>
        <p:spPr>
          <a:xfrm>
            <a:off x="6400800" y="2832099"/>
            <a:ext cx="48768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300 samples · seed 7</a:t>
            </a:r>
          </a:p>
        </p:txBody>
      </p:sp>
      <p:sp>
        <p:nvSpPr>
          <p:cNvPr id="13" name="text_12">
            <a:extLst>
              <a:ext uri="{FF2B5EF4-FFF2-40B4-BE49-F238E27FC236}">
                <a16:creationId xmlns:a16="http://schemas.microsoft.com/office/drawing/2014/main" id="{CE672764-2BE5-6B09-023B-15BA87C3E7B3}"/>
              </a:ext>
            </a:extLst>
          </p:cNvPr>
          <p:cNvSpPr txBox="1"/>
          <p:nvPr/>
        </p:nvSpPr>
        <p:spPr>
          <a:xfrm>
            <a:off x="6400800" y="3454399"/>
            <a:ext cx="4876800" cy="12954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1,728 edges
Path length: 5.243 rad</a:t>
            </a:r>
            <a:endParaRPr lang="en-IL" sz="2400">
              <a:solidFill>
                <a:srgbClr val="15283B"/>
              </a:solidFill>
              <a:latin typeface="Aptos" panose="020B0004020202020204" pitchFamily="34" charset="0"/>
            </a:endParaRPr>
          </a:p>
        </p:txBody>
      </p:sp>
      <p:sp>
        <p:nvSpPr>
          <p:cNvPr id="14" name="text_13">
            <a:extLst>
              <a:ext uri="{FF2B5EF4-FFF2-40B4-BE49-F238E27FC236}">
                <a16:creationId xmlns:a16="http://schemas.microsoft.com/office/drawing/2014/main" id="{96EAD97A-53E2-2A37-E3AC-EA8DCE10F487}"/>
              </a:ext>
            </a:extLst>
          </p:cNvPr>
          <p:cNvSpPr txBox="1"/>
          <p:nvPr/>
        </p:nvSpPr>
        <p:spPr>
          <a:xfrm>
            <a:off x="685800" y="5067299"/>
            <a:ext cx="10820400" cy="508000"/>
          </a:xfrm>
          <a:prstGeom prst="rect">
            <a:avLst/>
          </a:prstGeom>
          <a:noFill/>
        </p:spPr>
        <p:txBody>
          <a:bodyPr vert="horz" wrap="square" lIns="0" tIns="0" rIns="0" bIns="0" rtlCol="0" anchor="t">
            <a:noAutofit/>
          </a:bodyPr>
          <a:lstStyle/>
          <a:p>
            <a:r>
              <a:rPr lang="en-US" sz="2600" b="1">
                <a:solidFill>
                  <a:srgbClr val="15283B"/>
                </a:solidFill>
                <a:latin typeface="Aptos" panose="020B0004020202020204" pitchFamily="34" charset="0"/>
              </a:rPr>
              <a:t>Both found a route in the documented TA run.</a:t>
            </a:r>
            <a:endParaRPr lang="en-IL" sz="2600" b="1">
              <a:solidFill>
                <a:srgbClr val="15283B"/>
              </a:solidFill>
              <a:latin typeface="Aptos" panose="020B0004020202020204" pitchFamily="34" charset="0"/>
            </a:endParaRPr>
          </a:p>
        </p:txBody>
      </p:sp>
      <p:sp>
        <p:nvSpPr>
          <p:cNvPr id="15" name="text_14">
            <a:extLst>
              <a:ext uri="{FF2B5EF4-FFF2-40B4-BE49-F238E27FC236}">
                <a16:creationId xmlns:a16="http://schemas.microsoft.com/office/drawing/2014/main" id="{6C0F6CE0-D8F0-4922-A7C6-1FBE344232A0}"/>
              </a:ext>
            </a:extLst>
          </p:cNvPr>
          <p:cNvSpPr txBox="1"/>
          <p:nvPr/>
        </p:nvSpPr>
        <p:spPr>
          <a:xfrm>
            <a:off x="685800" y="5727699"/>
            <a:ext cx="10820400" cy="508000"/>
          </a:xfrm>
          <a:prstGeom prst="rect">
            <a:avLst/>
          </a:prstGeom>
          <a:noFill/>
        </p:spPr>
        <p:txBody>
          <a:bodyPr vert="horz" wrap="square" lIns="0" tIns="0" rIns="0" bIns="0" rtlCol="0" anchor="t">
            <a:noAutofit/>
          </a:bodyPr>
          <a:lstStyle/>
          <a:p>
            <a:r>
              <a:rPr lang="en-US" sz="2400">
                <a:solidFill>
                  <a:srgbClr val="526477"/>
                </a:solidFill>
                <a:latin typeface="Aptos" panose="020B0004020202020204" pitchFamily="34" charset="0"/>
              </a:rPr>
              <a:t>More samples can help; success and better cost are not guaranteed.</a:t>
            </a:r>
            <a:endParaRPr lang="en-IL" sz="2400">
              <a:solidFill>
                <a:srgbClr val="526477"/>
              </a:solidFill>
              <a:latin typeface="Aptos" panose="020B0004020202020204" pitchFamily="34" charset="0"/>
            </a:endParaRPr>
          </a:p>
        </p:txBody>
      </p:sp>
    </p:spTree>
    <p:extLst>
      <p:ext uri="{BB962C8B-B14F-4D97-AF65-F5344CB8AC3E}">
        <p14:creationId xmlns:p14="http://schemas.microsoft.com/office/powerpoint/2010/main" val="32209853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2671ABAB-C532-5984-0681-F62352E5D3D7}"/>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04 / CONFIGURATION SPACE &amp; PRM</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DDFB3D2A-E3C3-E406-EAC5-8C56F222BDC6}"/>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Live demo: predict, build, animate</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0B4A7944-1651-A9BF-96E5-8C6ECAD80CA0}"/>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Watch one robot pose and one configuration-space point move together.</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4C7FA9C7-3DF9-1F68-2627-B8BAA5AF51A3}"/>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CED0FD0A-3ACB-46F3-102F-A6E50AA4138A}"/>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Motion Planning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DE21F465-3553-7604-3371-D86F000B9388}"/>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17</a:t>
            </a:r>
          </a:p>
        </p:txBody>
      </p:sp>
      <p:pic>
        <p:nvPicPr>
          <p:cNvPr id="9" name="Picture 8">
            <a:extLst>
              <a:ext uri="{FF2B5EF4-FFF2-40B4-BE49-F238E27FC236}">
                <a16:creationId xmlns:a16="http://schemas.microsoft.com/office/drawing/2014/main" id="{344FE038-3541-7696-5AB3-3CBB115B197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85800" y="2641600"/>
            <a:ext cx="6477000" cy="3508375"/>
          </a:xfrm>
          <a:prstGeom prst="rect">
            <a:avLst/>
          </a:prstGeom>
        </p:spPr>
      </p:pic>
      <p:sp>
        <p:nvSpPr>
          <p:cNvPr id="10" name="text_8">
            <a:extLst>
              <a:ext uri="{FF2B5EF4-FFF2-40B4-BE49-F238E27FC236}">
                <a16:creationId xmlns:a16="http://schemas.microsoft.com/office/drawing/2014/main" id="{48948496-CFC1-F363-FC6C-4C17546B112F}"/>
              </a:ext>
            </a:extLst>
          </p:cNvPr>
          <p:cNvSpPr txBox="1"/>
          <p:nvPr/>
        </p:nvSpPr>
        <p:spPr>
          <a:xfrm>
            <a:off x="7569200" y="2755899"/>
            <a:ext cx="3937000" cy="723900"/>
          </a:xfrm>
          <a:prstGeom prst="rect">
            <a:avLst/>
          </a:prstGeom>
          <a:noFill/>
        </p:spPr>
        <p:txBody>
          <a:bodyPr vert="horz" wrap="square" lIns="0" tIns="0" rIns="0" bIns="0" rtlCol="0" anchor="t">
            <a:noAutofit/>
          </a:bodyPr>
          <a:lstStyle/>
          <a:p>
            <a:r>
              <a:rPr lang="en-US" sz="2700" b="1">
                <a:solidFill>
                  <a:srgbClr val="2459D3"/>
                </a:solidFill>
                <a:latin typeface="Aptos" panose="020B0004020202020204" pitchFamily="34" charset="0"/>
              </a:rPr>
              <a:t>5 min · read the code</a:t>
            </a:r>
            <a:endParaRPr lang="en-IL" sz="2700" b="1">
              <a:solidFill>
                <a:srgbClr val="2459D3"/>
              </a:solidFill>
              <a:latin typeface="Aptos" panose="020B0004020202020204" pitchFamily="34" charset="0"/>
            </a:endParaRPr>
          </a:p>
        </p:txBody>
      </p:sp>
      <p:sp>
        <p:nvSpPr>
          <p:cNvPr id="11" name="text_9">
            <a:extLst>
              <a:ext uri="{FF2B5EF4-FFF2-40B4-BE49-F238E27FC236}">
                <a16:creationId xmlns:a16="http://schemas.microsoft.com/office/drawing/2014/main" id="{5DF3157E-8E35-E454-4539-6DC26185697B}"/>
              </a:ext>
            </a:extLst>
          </p:cNvPr>
          <p:cNvSpPr txBox="1"/>
          <p:nvPr/>
        </p:nvSpPr>
        <p:spPr>
          <a:xfrm>
            <a:off x="7569200" y="3886199"/>
            <a:ext cx="3937000" cy="1054100"/>
          </a:xfrm>
          <a:prstGeom prst="rect">
            <a:avLst/>
          </a:prstGeom>
          <a:noFill/>
        </p:spPr>
        <p:txBody>
          <a:bodyPr vert="horz" wrap="square" lIns="0" tIns="0" rIns="0" bIns="0" rtlCol="0" anchor="t">
            <a:noAutofit/>
          </a:bodyPr>
          <a:lstStyle/>
          <a:p>
            <a:r>
              <a:rPr lang="en-IL" sz="2700" b="1">
                <a:solidFill>
                  <a:srgbClr val="137F79"/>
                </a:solidFill>
                <a:latin typeface="Aptos" panose="020B0004020202020204" pitchFamily="34" charset="0"/>
              </a:rPr>
              <a:t>12 min · reveal + animate</a:t>
            </a:r>
          </a:p>
        </p:txBody>
      </p:sp>
      <p:sp>
        <p:nvSpPr>
          <p:cNvPr id="12" name="text_10">
            <a:extLst>
              <a:ext uri="{FF2B5EF4-FFF2-40B4-BE49-F238E27FC236}">
                <a16:creationId xmlns:a16="http://schemas.microsoft.com/office/drawing/2014/main" id="{D094554D-6B0A-C6BE-84EB-DDA8E74BCAF4}"/>
              </a:ext>
            </a:extLst>
          </p:cNvPr>
          <p:cNvSpPr txBox="1"/>
          <p:nvPr/>
        </p:nvSpPr>
        <p:spPr>
          <a:xfrm>
            <a:off x="7569200" y="5232399"/>
            <a:ext cx="3937000" cy="876300"/>
          </a:xfrm>
          <a:prstGeom prst="rect">
            <a:avLst/>
          </a:prstGeom>
          <a:noFill/>
        </p:spPr>
        <p:txBody>
          <a:bodyPr vert="horz" wrap="square" lIns="0" tIns="0" rIns="0" bIns="0" rtlCol="0" anchor="t">
            <a:noAutofit/>
          </a:bodyPr>
          <a:lstStyle/>
          <a:p>
            <a:r>
              <a:rPr lang="en-IL" sz="2700" b="1">
                <a:solidFill>
                  <a:srgbClr val="2459D3"/>
                </a:solidFill>
                <a:latin typeface="Aptos" panose="020B0004020202020204" pitchFamily="34" charset="0"/>
              </a:rPr>
              <a:t>8 min · compare + recap</a:t>
            </a:r>
          </a:p>
        </p:txBody>
      </p:sp>
    </p:spTree>
    <p:extLst>
      <p:ext uri="{BB962C8B-B14F-4D97-AF65-F5344CB8AC3E}">
        <p14:creationId xmlns:p14="http://schemas.microsoft.com/office/powerpoint/2010/main" val="40143497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09436B9F-C30A-889D-8A1F-C9117524DF3D}"/>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CBC42297-CC1A-F895-4E1B-FCE259A2322B}"/>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Collision geometry</a:t>
            </a:r>
          </a:p>
        </p:txBody>
      </p:sp>
      <p:sp>
        <p:nvSpPr>
          <p:cNvPr id="4" name="text_3">
            <a:extLst>
              <a:ext uri="{FF2B5EF4-FFF2-40B4-BE49-F238E27FC236}">
                <a16:creationId xmlns:a16="http://schemas.microsoft.com/office/drawing/2014/main" id="{4CFE71DB-CBD1-E540-AB4C-8C4BFE15053A}"/>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Distance to a link segment becomes capsule clearance.</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DCE08065-810A-2A62-82DB-436B4CA0E54F}"/>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49F88111-34C8-647A-7EDC-256C815AFE55}"/>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Motion Planning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2DF3860F-7B9B-7919-B9D0-FDA815B80623}"/>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18</a:t>
            </a:r>
          </a:p>
        </p:txBody>
      </p:sp>
      <p:sp>
        <p:nvSpPr>
          <p:cNvPr id="8" name="text_7">
            <a:extLst>
              <a:ext uri="{FF2B5EF4-FFF2-40B4-BE49-F238E27FC236}">
                <a16:creationId xmlns:a16="http://schemas.microsoft.com/office/drawing/2014/main" id="{62B8CAE3-3777-5249-5815-355A24794B92}"/>
              </a:ext>
            </a:extLst>
          </p:cNvPr>
          <p:cNvSpPr txBox="1"/>
          <p:nvPr/>
        </p:nvSpPr>
        <p:spPr>
          <a:xfrm>
            <a:off x="685800" y="2654299"/>
            <a:ext cx="10820400" cy="635000"/>
          </a:xfrm>
          <a:prstGeom prst="rect">
            <a:avLst/>
          </a:prstGeom>
          <a:noFill/>
        </p:spPr>
        <p:txBody>
          <a:bodyPr vert="horz" wrap="square" lIns="0" tIns="0" rIns="0" bIns="0" rtlCol="0" anchor="t">
            <a:noAutofit/>
          </a:bodyPr>
          <a:lstStyle/>
          <a:p>
            <a:r>
              <a:rPr lang="es-ES" sz="3200">
                <a:solidFill>
                  <a:srgbClr val="2459D3"/>
                </a:solidFill>
                <a:latin typeface="Cambria Math" panose="02040503050406030204" pitchFamily="18" charset="0"/>
              </a:rPr>
              <a:t>u = clamp(((c−a)·(b−a))/‖b−a‖², 0, 1)</a:t>
            </a:r>
            <a:endParaRPr lang="en-IL" sz="3200">
              <a:solidFill>
                <a:srgbClr val="2459D3"/>
              </a:solidFill>
              <a:latin typeface="Cambria Math" panose="02040503050406030204" pitchFamily="18" charset="0"/>
            </a:endParaRPr>
          </a:p>
        </p:txBody>
      </p:sp>
      <p:sp>
        <p:nvSpPr>
          <p:cNvPr id="9" name="text_8">
            <a:extLst>
              <a:ext uri="{FF2B5EF4-FFF2-40B4-BE49-F238E27FC236}">
                <a16:creationId xmlns:a16="http://schemas.microsoft.com/office/drawing/2014/main" id="{8AE3BA83-E57B-EAA1-6774-05E8FB139374}"/>
              </a:ext>
            </a:extLst>
          </p:cNvPr>
          <p:cNvSpPr txBox="1"/>
          <p:nvPr/>
        </p:nvSpPr>
        <p:spPr>
          <a:xfrm>
            <a:off x="685800" y="3555999"/>
            <a:ext cx="10820400" cy="635000"/>
          </a:xfrm>
          <a:prstGeom prst="rect">
            <a:avLst/>
          </a:prstGeom>
          <a:noFill/>
        </p:spPr>
        <p:txBody>
          <a:bodyPr vert="horz" wrap="square" lIns="0" tIns="0" rIns="0" bIns="0" rtlCol="0" anchor="t">
            <a:noAutofit/>
          </a:bodyPr>
          <a:lstStyle/>
          <a:p>
            <a:r>
              <a:rPr lang="en-IL" sz="3400">
                <a:solidFill>
                  <a:srgbClr val="15283B"/>
                </a:solidFill>
                <a:latin typeface="Cambria Math" panose="02040503050406030204" pitchFamily="18" charset="0"/>
              </a:rPr>
              <a:t>d = ‖c − (a + u(b−a))‖</a:t>
            </a:r>
          </a:p>
        </p:txBody>
      </p:sp>
      <p:sp>
        <p:nvSpPr>
          <p:cNvPr id="10" name="text_9">
            <a:extLst>
              <a:ext uri="{FF2B5EF4-FFF2-40B4-BE49-F238E27FC236}">
                <a16:creationId xmlns:a16="http://schemas.microsoft.com/office/drawing/2014/main" id="{A0F43548-7579-0BC1-E263-7573FCFF11A5}"/>
              </a:ext>
            </a:extLst>
          </p:cNvPr>
          <p:cNvSpPr txBox="1"/>
          <p:nvPr/>
        </p:nvSpPr>
        <p:spPr>
          <a:xfrm>
            <a:off x="685800" y="4444999"/>
            <a:ext cx="10820400" cy="635000"/>
          </a:xfrm>
          <a:prstGeom prst="rect">
            <a:avLst/>
          </a:prstGeom>
          <a:noFill/>
        </p:spPr>
        <p:txBody>
          <a:bodyPr vert="horz" wrap="square" lIns="0" tIns="0" rIns="0" bIns="0" rtlCol="0" anchor="t">
            <a:noAutofit/>
          </a:bodyPr>
          <a:lstStyle/>
          <a:p>
            <a:r>
              <a:rPr lang="en-US" sz="3200">
                <a:solidFill>
                  <a:srgbClr val="137F79"/>
                </a:solidFill>
                <a:latin typeface="Cambria Math" panose="02040503050406030204" pitchFamily="18" charset="0"/>
              </a:rPr>
              <a:t>clearance = min(d</a:t>
            </a:r>
            <a:r>
              <a:rPr lang="en-US" sz="2304" baseline="-22000">
                <a:solidFill>
                  <a:srgbClr val="137F79"/>
                </a:solidFill>
                <a:latin typeface="Cambria Math" panose="02040503050406030204" pitchFamily="18" charset="0"/>
              </a:rPr>
              <a:t>link1</a:t>
            </a:r>
            <a:r>
              <a:rPr lang="en-US" sz="3200">
                <a:solidFill>
                  <a:srgbClr val="137F79"/>
                </a:solidFill>
                <a:latin typeface="Cambria Math" panose="02040503050406030204" pitchFamily="18" charset="0"/>
              </a:rPr>
              <a:t>, d</a:t>
            </a:r>
            <a:r>
              <a:rPr lang="en-US" sz="2304" baseline="-22000">
                <a:solidFill>
                  <a:srgbClr val="137F79"/>
                </a:solidFill>
                <a:latin typeface="Cambria Math" panose="02040503050406030204" pitchFamily="18" charset="0"/>
              </a:rPr>
              <a:t>link2</a:t>
            </a:r>
            <a:r>
              <a:rPr lang="en-US" sz="3200">
                <a:solidFill>
                  <a:srgbClr val="137F79"/>
                </a:solidFill>
                <a:latin typeface="Cambria Math" panose="02040503050406030204" pitchFamily="18" charset="0"/>
              </a:rPr>
              <a:t>) − 0.12 − 0.03</a:t>
            </a:r>
            <a:endParaRPr lang="en-IL" sz="3200">
              <a:solidFill>
                <a:srgbClr val="137F79"/>
              </a:solidFill>
              <a:latin typeface="Cambria Math" panose="02040503050406030204" pitchFamily="18" charset="0"/>
            </a:endParaRPr>
          </a:p>
        </p:txBody>
      </p:sp>
      <p:sp>
        <p:nvSpPr>
          <p:cNvPr id="11" name="text_10">
            <a:extLst>
              <a:ext uri="{FF2B5EF4-FFF2-40B4-BE49-F238E27FC236}">
                <a16:creationId xmlns:a16="http://schemas.microsoft.com/office/drawing/2014/main" id="{BEF1B2F5-D11B-6D4A-E431-0AE5A74492A9}"/>
              </a:ext>
            </a:extLst>
          </p:cNvPr>
          <p:cNvSpPr txBox="1"/>
          <p:nvPr/>
        </p:nvSpPr>
        <p:spPr>
          <a:xfrm>
            <a:off x="685800" y="5473699"/>
            <a:ext cx="10820400" cy="558800"/>
          </a:xfrm>
          <a:prstGeom prst="rect">
            <a:avLst/>
          </a:prstGeom>
          <a:noFill/>
        </p:spPr>
        <p:txBody>
          <a:bodyPr vert="horz" wrap="square" lIns="0" tIns="0" rIns="0" bIns="0" rtlCol="0" anchor="t">
            <a:noAutofit/>
          </a:bodyPr>
          <a:lstStyle/>
          <a:p>
            <a:r>
              <a:rPr lang="en-US" sz="2600" b="1">
                <a:solidFill>
                  <a:srgbClr val="15283B"/>
                </a:solidFill>
                <a:latin typeface="Aptos" panose="020B0004020202020204" pitchFamily="34" charset="0"/>
              </a:rPr>
              <a:t>Free only when clearance &gt; 0.01 m. Padded contact is blocked.</a:t>
            </a:r>
            <a:endParaRPr lang="en-IL" sz="2600" b="1">
              <a:solidFill>
                <a:srgbClr val="15283B"/>
              </a:solidFill>
              <a:latin typeface="Aptos" panose="020B0004020202020204" pitchFamily="34" charset="0"/>
            </a:endParaRPr>
          </a:p>
        </p:txBody>
      </p:sp>
    </p:spTree>
    <p:extLst>
      <p:ext uri="{BB962C8B-B14F-4D97-AF65-F5344CB8AC3E}">
        <p14:creationId xmlns:p14="http://schemas.microsoft.com/office/powerpoint/2010/main" val="36700973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AA8A3D7A-34DF-A3CE-CFB2-283EECCC2757}"/>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34D9D616-CE47-2A41-22D2-383700192D53}"/>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Topology and interpolation</a:t>
            </a:r>
          </a:p>
        </p:txBody>
      </p:sp>
      <p:sp>
        <p:nvSpPr>
          <p:cNvPr id="4" name="text_3">
            <a:extLst>
              <a:ext uri="{FF2B5EF4-FFF2-40B4-BE49-F238E27FC236}">
                <a16:creationId xmlns:a16="http://schemas.microsoft.com/office/drawing/2014/main" id="{41E9282A-9C9B-ED2E-230A-D37626614820}"/>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The demo uses bounded angles; opposite square edges do not wrap.</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ACE1405C-CECF-F8AA-D06D-469EF14DB759}"/>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7F57279D-AF8F-9E8C-E50B-67724D8CC8FB}"/>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Motion Planning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5A31500A-E496-846D-0CEC-096E7BB985F2}"/>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19</a:t>
            </a:r>
          </a:p>
        </p:txBody>
      </p:sp>
      <p:sp>
        <p:nvSpPr>
          <p:cNvPr id="8" name="Rectangle 7">
            <a:extLst>
              <a:ext uri="{FF2B5EF4-FFF2-40B4-BE49-F238E27FC236}">
                <a16:creationId xmlns:a16="http://schemas.microsoft.com/office/drawing/2014/main" id="{6FB66EC4-07E6-B697-6986-490C60C4AE09}"/>
              </a:ext>
            </a:extLst>
          </p:cNvPr>
          <p:cNvSpPr/>
          <p:nvPr/>
        </p:nvSpPr>
        <p:spPr>
          <a:xfrm>
            <a:off x="1358900" y="2679700"/>
            <a:ext cx="2679700" cy="26797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9" name="Straight Connector 8">
            <a:extLst>
              <a:ext uri="{FF2B5EF4-FFF2-40B4-BE49-F238E27FC236}">
                <a16:creationId xmlns:a16="http://schemas.microsoft.com/office/drawing/2014/main" id="{D036E8EC-88D5-7D29-5BE8-5336592E0AD9}"/>
              </a:ext>
            </a:extLst>
          </p:cNvPr>
          <p:cNvCxnSpPr/>
          <p:nvPr/>
        </p:nvCxnSpPr>
        <p:spPr>
          <a:xfrm>
            <a:off x="1358900" y="2679700"/>
            <a:ext cx="26797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B3BE52E-74E2-36D2-0FE0-72E66E5861B7}"/>
              </a:ext>
            </a:extLst>
          </p:cNvPr>
          <p:cNvCxnSpPr/>
          <p:nvPr/>
        </p:nvCxnSpPr>
        <p:spPr>
          <a:xfrm>
            <a:off x="1358900" y="5359400"/>
            <a:ext cx="26797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B12A7DCE-17CF-6F86-E85F-AA40AF9CDF9E}"/>
              </a:ext>
            </a:extLst>
          </p:cNvPr>
          <p:cNvCxnSpPr/>
          <p:nvPr/>
        </p:nvCxnSpPr>
        <p:spPr>
          <a:xfrm>
            <a:off x="1358900" y="2679700"/>
            <a:ext cx="0" cy="267970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7FCCD2A7-8463-6AD7-0371-EE35B6FEAD94}"/>
              </a:ext>
            </a:extLst>
          </p:cNvPr>
          <p:cNvCxnSpPr/>
          <p:nvPr/>
        </p:nvCxnSpPr>
        <p:spPr>
          <a:xfrm>
            <a:off x="4038600" y="2679700"/>
            <a:ext cx="0" cy="267970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50113677-30FB-CC2B-9F7D-113DD61950EB}"/>
              </a:ext>
            </a:extLst>
          </p:cNvPr>
          <p:cNvCxnSpPr/>
          <p:nvPr/>
        </p:nvCxnSpPr>
        <p:spPr>
          <a:xfrm>
            <a:off x="2698750" y="2679700"/>
            <a:ext cx="0" cy="2679700"/>
          </a:xfrm>
          <a:prstGeom prst="line">
            <a:avLst/>
          </a:prstGeom>
          <a:ln w="27940">
            <a:solidFill>
              <a:srgbClr val="D7E0E9"/>
            </a:solidFill>
            <a:prstDash val="dash"/>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9AB4A97A-F32D-5589-C973-618F942BAE0F}"/>
              </a:ext>
            </a:extLst>
          </p:cNvPr>
          <p:cNvCxnSpPr/>
          <p:nvPr/>
        </p:nvCxnSpPr>
        <p:spPr>
          <a:xfrm>
            <a:off x="1358900" y="4019550"/>
            <a:ext cx="2679700" cy="0"/>
          </a:xfrm>
          <a:prstGeom prst="line">
            <a:avLst/>
          </a:prstGeom>
          <a:ln w="27940">
            <a:solidFill>
              <a:srgbClr val="D7E0E9"/>
            </a:solidFill>
            <a:prstDash val="dash"/>
          </a:ln>
        </p:spPr>
        <p:style>
          <a:lnRef idx="2">
            <a:schemeClr val="accent1"/>
          </a:lnRef>
          <a:fillRef idx="0">
            <a:schemeClr val="accent1"/>
          </a:fillRef>
          <a:effectRef idx="1">
            <a:schemeClr val="accent1"/>
          </a:effectRef>
          <a:fontRef idx="minor">
            <a:schemeClr val="tx1"/>
          </a:fontRef>
        </p:style>
      </p:cxnSp>
      <p:sp>
        <p:nvSpPr>
          <p:cNvPr id="15" name="text_14">
            <a:extLst>
              <a:ext uri="{FF2B5EF4-FFF2-40B4-BE49-F238E27FC236}">
                <a16:creationId xmlns:a16="http://schemas.microsoft.com/office/drawing/2014/main" id="{67336D68-705B-CD75-0D09-17A10EDC838A}"/>
              </a:ext>
            </a:extLst>
          </p:cNvPr>
          <p:cNvSpPr txBox="1"/>
          <p:nvPr/>
        </p:nvSpPr>
        <p:spPr>
          <a:xfrm>
            <a:off x="2343150" y="5422899"/>
            <a:ext cx="1524000" cy="4064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q₁ (rad)</a:t>
            </a:r>
          </a:p>
        </p:txBody>
      </p:sp>
      <p:sp>
        <p:nvSpPr>
          <p:cNvPr id="16" name="text_15">
            <a:extLst>
              <a:ext uri="{FF2B5EF4-FFF2-40B4-BE49-F238E27FC236}">
                <a16:creationId xmlns:a16="http://schemas.microsoft.com/office/drawing/2014/main" id="{74B0CBD9-3147-439F-6F82-4E6631ABFBC5}"/>
              </a:ext>
            </a:extLst>
          </p:cNvPr>
          <p:cNvSpPr txBox="1"/>
          <p:nvPr/>
        </p:nvSpPr>
        <p:spPr>
          <a:xfrm>
            <a:off x="850900" y="2616199"/>
            <a:ext cx="482600" cy="431800"/>
          </a:xfrm>
          <a:prstGeom prst="rect">
            <a:avLst/>
          </a:prstGeom>
          <a:noFill/>
        </p:spPr>
        <p:txBody>
          <a:bodyPr vert="horz" wrap="square" lIns="0" tIns="0" rIns="0" bIns="0" rtlCol="0" anchor="t">
            <a:noAutofit/>
          </a:bodyPr>
          <a:lstStyle/>
          <a:p>
            <a:r>
              <a:rPr lang="el-GR" sz="2400">
                <a:solidFill>
                  <a:srgbClr val="526477"/>
                </a:solidFill>
                <a:latin typeface="Aptos" panose="020B0004020202020204" pitchFamily="34" charset="0"/>
              </a:rPr>
              <a:t>π</a:t>
            </a:r>
            <a:endParaRPr lang="en-IL" sz="2400">
              <a:solidFill>
                <a:srgbClr val="526477"/>
              </a:solidFill>
              <a:latin typeface="Aptos" panose="020B0004020202020204" pitchFamily="34" charset="0"/>
            </a:endParaRPr>
          </a:p>
        </p:txBody>
      </p:sp>
      <p:sp>
        <p:nvSpPr>
          <p:cNvPr id="17" name="text_16">
            <a:extLst>
              <a:ext uri="{FF2B5EF4-FFF2-40B4-BE49-F238E27FC236}">
                <a16:creationId xmlns:a16="http://schemas.microsoft.com/office/drawing/2014/main" id="{C2EB1DB4-AF94-59D9-AB93-4E2B7AD0A371}"/>
              </a:ext>
            </a:extLst>
          </p:cNvPr>
          <p:cNvSpPr txBox="1"/>
          <p:nvPr/>
        </p:nvSpPr>
        <p:spPr>
          <a:xfrm>
            <a:off x="749300" y="5041899"/>
            <a:ext cx="546100" cy="431800"/>
          </a:xfrm>
          <a:prstGeom prst="rect">
            <a:avLst/>
          </a:prstGeom>
          <a:noFill/>
        </p:spPr>
        <p:txBody>
          <a:bodyPr vert="horz" wrap="square" lIns="0" tIns="0" rIns="0" bIns="0" rtlCol="0" anchor="t">
            <a:noAutofit/>
          </a:bodyPr>
          <a:lstStyle/>
          <a:p>
            <a:r>
              <a:rPr lang="el-GR" sz="2400">
                <a:solidFill>
                  <a:srgbClr val="526477"/>
                </a:solidFill>
                <a:latin typeface="Aptos" panose="020B0004020202020204" pitchFamily="34" charset="0"/>
              </a:rPr>
              <a:t>−π</a:t>
            </a:r>
            <a:endParaRPr lang="en-IL" sz="2400">
              <a:solidFill>
                <a:srgbClr val="526477"/>
              </a:solidFill>
              <a:latin typeface="Aptos" panose="020B0004020202020204" pitchFamily="34" charset="0"/>
            </a:endParaRPr>
          </a:p>
        </p:txBody>
      </p:sp>
      <p:sp>
        <p:nvSpPr>
          <p:cNvPr id="18" name="text_17">
            <a:extLst>
              <a:ext uri="{FF2B5EF4-FFF2-40B4-BE49-F238E27FC236}">
                <a16:creationId xmlns:a16="http://schemas.microsoft.com/office/drawing/2014/main" id="{9B186A3C-B75C-367D-0A85-C10B6327F76D}"/>
              </a:ext>
            </a:extLst>
          </p:cNvPr>
          <p:cNvSpPr txBox="1"/>
          <p:nvPr/>
        </p:nvSpPr>
        <p:spPr>
          <a:xfrm>
            <a:off x="4127500" y="2705099"/>
            <a:ext cx="1143000" cy="4064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q₂</a:t>
            </a:r>
          </a:p>
        </p:txBody>
      </p:sp>
      <p:cxnSp>
        <p:nvCxnSpPr>
          <p:cNvPr id="19" name="Straight Connector 18">
            <a:extLst>
              <a:ext uri="{FF2B5EF4-FFF2-40B4-BE49-F238E27FC236}">
                <a16:creationId xmlns:a16="http://schemas.microsoft.com/office/drawing/2014/main" id="{3D84DC2D-AE4B-8458-AE7D-285A064FC276}"/>
              </a:ext>
            </a:extLst>
          </p:cNvPr>
          <p:cNvCxnSpPr/>
          <p:nvPr/>
        </p:nvCxnSpPr>
        <p:spPr>
          <a:xfrm>
            <a:off x="1419287" y="4019550"/>
            <a:ext cx="2558926" cy="0"/>
          </a:xfrm>
          <a:prstGeom prst="line">
            <a:avLst/>
          </a:prstGeom>
          <a:ln w="27940">
            <a:solidFill>
              <a:srgbClr val="C43C47"/>
            </a:solidFill>
          </a:ln>
        </p:spPr>
        <p:style>
          <a:lnRef idx="2">
            <a:schemeClr val="accent1"/>
          </a:lnRef>
          <a:fillRef idx="0">
            <a:schemeClr val="accent1"/>
          </a:fillRef>
          <a:effectRef idx="1">
            <a:schemeClr val="accent1"/>
          </a:effectRef>
          <a:fontRef idx="minor">
            <a:schemeClr val="tx1"/>
          </a:fontRef>
        </p:style>
      </p:cxnSp>
      <p:sp>
        <p:nvSpPr>
          <p:cNvPr id="20" name="text_19">
            <a:extLst>
              <a:ext uri="{FF2B5EF4-FFF2-40B4-BE49-F238E27FC236}">
                <a16:creationId xmlns:a16="http://schemas.microsoft.com/office/drawing/2014/main" id="{9BE8CEDD-0D44-768C-B22E-CC8F55AA5335}"/>
              </a:ext>
            </a:extLst>
          </p:cNvPr>
          <p:cNvSpPr txBox="1"/>
          <p:nvPr/>
        </p:nvSpPr>
        <p:spPr>
          <a:xfrm>
            <a:off x="685800" y="5816599"/>
            <a:ext cx="4597400" cy="406400"/>
          </a:xfrm>
          <a:prstGeom prst="rect">
            <a:avLst/>
          </a:prstGeom>
          <a:noFill/>
        </p:spPr>
        <p:txBody>
          <a:bodyPr vert="horz" wrap="square" lIns="0" tIns="0" rIns="0" bIns="0" rtlCol="0" anchor="t">
            <a:noAutofit/>
          </a:bodyPr>
          <a:lstStyle/>
          <a:p>
            <a:r>
              <a:rPr lang="en-IL" sz="2500" b="1">
                <a:solidFill>
                  <a:srgbClr val="C43C47"/>
                </a:solidFill>
                <a:latin typeface="Aptos" panose="020B0004020202020204" pitchFamily="34" charset="0"/>
              </a:rPr>
              <a:t>Boundaries do not wrap.</a:t>
            </a:r>
          </a:p>
        </p:txBody>
      </p:sp>
      <p:sp>
        <p:nvSpPr>
          <p:cNvPr id="21" name="text_20">
            <a:extLst>
              <a:ext uri="{FF2B5EF4-FFF2-40B4-BE49-F238E27FC236}">
                <a16:creationId xmlns:a16="http://schemas.microsoft.com/office/drawing/2014/main" id="{DC150F8D-D204-B644-FAE0-C3AEE749F870}"/>
              </a:ext>
            </a:extLst>
          </p:cNvPr>
          <p:cNvSpPr txBox="1"/>
          <p:nvPr/>
        </p:nvSpPr>
        <p:spPr>
          <a:xfrm>
            <a:off x="5448300" y="2768599"/>
            <a:ext cx="6057900" cy="698500"/>
          </a:xfrm>
          <a:prstGeom prst="rect">
            <a:avLst/>
          </a:prstGeom>
          <a:noFill/>
        </p:spPr>
        <p:txBody>
          <a:bodyPr vert="horz" wrap="square" lIns="0" tIns="0" rIns="0" bIns="0" rtlCol="0" anchor="t">
            <a:noAutofit/>
          </a:bodyPr>
          <a:lstStyle/>
          <a:p>
            <a:r>
              <a:rPr lang="el-GR" sz="3200">
                <a:solidFill>
                  <a:srgbClr val="2459D3"/>
                </a:solidFill>
                <a:latin typeface="Cambria Math" panose="02040503050406030204" pitchFamily="18" charset="0"/>
              </a:rPr>
              <a:t>C = [−π, π] × [−π, π]</a:t>
            </a:r>
            <a:endParaRPr lang="en-IL" sz="3200">
              <a:solidFill>
                <a:srgbClr val="2459D3"/>
              </a:solidFill>
              <a:latin typeface="Cambria Math" panose="02040503050406030204" pitchFamily="18" charset="0"/>
            </a:endParaRPr>
          </a:p>
        </p:txBody>
      </p:sp>
      <p:sp>
        <p:nvSpPr>
          <p:cNvPr id="22" name="text_21">
            <a:extLst>
              <a:ext uri="{FF2B5EF4-FFF2-40B4-BE49-F238E27FC236}">
                <a16:creationId xmlns:a16="http://schemas.microsoft.com/office/drawing/2014/main" id="{DF227F52-CB3E-99D5-8053-D9D675ADD7BE}"/>
              </a:ext>
            </a:extLst>
          </p:cNvPr>
          <p:cNvSpPr txBox="1"/>
          <p:nvPr/>
        </p:nvSpPr>
        <p:spPr>
          <a:xfrm>
            <a:off x="5448300" y="3809999"/>
            <a:ext cx="6057900" cy="698500"/>
          </a:xfrm>
          <a:prstGeom prst="rect">
            <a:avLst/>
          </a:prstGeom>
          <a:noFill/>
        </p:spPr>
        <p:txBody>
          <a:bodyPr vert="horz" wrap="square" lIns="0" tIns="0" rIns="0" bIns="0" rtlCol="0" anchor="t">
            <a:noAutofit/>
          </a:bodyPr>
          <a:lstStyle/>
          <a:p>
            <a:r>
              <a:rPr lang="pt-BR" sz="3200">
                <a:solidFill>
                  <a:srgbClr val="137F79"/>
                </a:solidFill>
                <a:latin typeface="Cambria Math" panose="02040503050406030204" pitchFamily="18" charset="0"/>
              </a:rPr>
              <a:t>q(s) = (1−s)a + sb</a:t>
            </a:r>
            <a:endParaRPr lang="en-IL" sz="3200">
              <a:solidFill>
                <a:srgbClr val="137F79"/>
              </a:solidFill>
              <a:latin typeface="Cambria Math" panose="02040503050406030204" pitchFamily="18" charset="0"/>
            </a:endParaRPr>
          </a:p>
        </p:txBody>
      </p:sp>
      <p:sp>
        <p:nvSpPr>
          <p:cNvPr id="23" name="text_22">
            <a:extLst>
              <a:ext uri="{FF2B5EF4-FFF2-40B4-BE49-F238E27FC236}">
                <a16:creationId xmlns:a16="http://schemas.microsoft.com/office/drawing/2014/main" id="{A6C3ADD6-520B-36A7-B950-65DFF1661D4A}"/>
              </a:ext>
            </a:extLst>
          </p:cNvPr>
          <p:cNvSpPr txBox="1"/>
          <p:nvPr/>
        </p:nvSpPr>
        <p:spPr>
          <a:xfrm>
            <a:off x="5448300" y="4978399"/>
            <a:ext cx="6057900" cy="10033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Unrestricted revolute joints need a periodic model and metric.</a:t>
            </a:r>
            <a:endParaRPr lang="en-IL" sz="2600">
              <a:solidFill>
                <a:srgbClr val="526477"/>
              </a:solidFill>
              <a:latin typeface="Aptos" panose="020B0004020202020204" pitchFamily="34" charset="0"/>
            </a:endParaRPr>
          </a:p>
        </p:txBody>
      </p:sp>
    </p:spTree>
    <p:extLst>
      <p:ext uri="{BB962C8B-B14F-4D97-AF65-F5344CB8AC3E}">
        <p14:creationId xmlns:p14="http://schemas.microsoft.com/office/powerpoint/2010/main" val="23166277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982CFEC4-40F1-150E-DA48-84D227381D7B}"/>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CD4D7284-CC4E-85C6-601E-AB6E919C6F18}"/>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PRM construction and queries</a:t>
            </a:r>
          </a:p>
        </p:txBody>
      </p:sp>
      <p:sp>
        <p:nvSpPr>
          <p:cNvPr id="4" name="text_3">
            <a:extLst>
              <a:ext uri="{FF2B5EF4-FFF2-40B4-BE49-F238E27FC236}">
                <a16:creationId xmlns:a16="http://schemas.microsoft.com/office/drawing/2014/main" id="{48325BD8-1430-2580-F184-564806501D93}"/>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Build once; attach actual endpoints to a query copy.</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14A31301-0F21-F28A-BA7D-31C0CE2A85DE}"/>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79F86342-8E77-EFA3-3D51-2DA0E03A5124}"/>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Motion Planning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966255BB-8229-E831-46C6-372E950E94DC}"/>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20</a:t>
            </a:r>
          </a:p>
        </p:txBody>
      </p:sp>
      <p:sp>
        <p:nvSpPr>
          <p:cNvPr id="8" name="Rectangle: Rounded Corners 7">
            <a:extLst>
              <a:ext uri="{FF2B5EF4-FFF2-40B4-BE49-F238E27FC236}">
                <a16:creationId xmlns:a16="http://schemas.microsoft.com/office/drawing/2014/main" id="{627C75F7-3A4C-159A-B0E8-618AE31ADF82}"/>
              </a:ext>
            </a:extLst>
          </p:cNvPr>
          <p:cNvSpPr/>
          <p:nvPr/>
        </p:nvSpPr>
        <p:spPr>
          <a:xfrm>
            <a:off x="685800" y="2628900"/>
            <a:ext cx="5207000" cy="33401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7F3A787F-0FEE-9734-2929-7136053573FA}"/>
              </a:ext>
            </a:extLst>
          </p:cNvPr>
          <p:cNvSpPr txBox="1"/>
          <p:nvPr/>
        </p:nvSpPr>
        <p:spPr>
          <a:xfrm>
            <a:off x="914400" y="2781299"/>
            <a:ext cx="4749800" cy="546100"/>
          </a:xfrm>
          <a:prstGeom prst="rect">
            <a:avLst/>
          </a:prstGeom>
          <a:noFill/>
        </p:spPr>
        <p:txBody>
          <a:bodyPr vert="horz" wrap="square" lIns="0" tIns="0" rIns="0" bIns="0" rtlCol="0" anchor="t">
            <a:noAutofit/>
          </a:bodyPr>
          <a:lstStyle/>
          <a:p>
            <a:r>
              <a:rPr lang="en-IL" sz="2900" b="1">
                <a:solidFill>
                  <a:srgbClr val="2459D3"/>
                </a:solidFill>
                <a:latin typeface="Aptos" panose="020B0004020202020204" pitchFamily="34" charset="0"/>
              </a:rPr>
              <a:t>Build roadmap</a:t>
            </a:r>
          </a:p>
        </p:txBody>
      </p:sp>
      <p:sp>
        <p:nvSpPr>
          <p:cNvPr id="10" name="text_9">
            <a:extLst>
              <a:ext uri="{FF2B5EF4-FFF2-40B4-BE49-F238E27FC236}">
                <a16:creationId xmlns:a16="http://schemas.microsoft.com/office/drawing/2014/main" id="{C5D6A08F-9A5D-C160-C3BF-9CC3BC9EBD5A}"/>
              </a:ext>
            </a:extLst>
          </p:cNvPr>
          <p:cNvSpPr txBox="1"/>
          <p:nvPr/>
        </p:nvSpPr>
        <p:spPr>
          <a:xfrm>
            <a:off x="914400" y="3568699"/>
            <a:ext cx="4749800" cy="2286000"/>
          </a:xfrm>
          <a:prstGeom prst="rect">
            <a:avLst/>
          </a:prstGeom>
          <a:noFill/>
        </p:spPr>
        <p:txBody>
          <a:bodyPr vert="horz" wrap="square" lIns="0" tIns="0" rIns="0" bIns="0" rtlCol="0" anchor="t">
            <a:noAutofit/>
          </a:bodyPr>
          <a:lstStyle/>
          <a:p>
            <a:r>
              <a:rPr lang="en-US" sz="2400">
                <a:solidFill>
                  <a:srgbClr val="15283B"/>
                </a:solidFill>
                <a:latin typeface="Consolas" panose="020B0609020204030204" pitchFamily="49" charset="0"/>
              </a:rPr>
              <a:t>sample free q
choose k neighbors
validate local motions
store weighted edges</a:t>
            </a:r>
            <a:endParaRPr lang="en-IL" sz="2400">
              <a:solidFill>
                <a:srgbClr val="15283B"/>
              </a:solidFill>
              <a:latin typeface="Consolas" panose="020B0609020204030204" pitchFamily="49" charset="0"/>
            </a:endParaRPr>
          </a:p>
        </p:txBody>
      </p:sp>
      <p:sp>
        <p:nvSpPr>
          <p:cNvPr id="11" name="Rectangle: Rounded Corners 10">
            <a:extLst>
              <a:ext uri="{FF2B5EF4-FFF2-40B4-BE49-F238E27FC236}">
                <a16:creationId xmlns:a16="http://schemas.microsoft.com/office/drawing/2014/main" id="{6B4266F7-C2CE-114B-4BE3-626527DF9AA1}"/>
              </a:ext>
            </a:extLst>
          </p:cNvPr>
          <p:cNvSpPr/>
          <p:nvPr/>
        </p:nvSpPr>
        <p:spPr>
          <a:xfrm>
            <a:off x="6172200" y="2628900"/>
            <a:ext cx="5334000" cy="33401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721554C2-DAF4-29DE-B1D1-042A6A669AED}"/>
              </a:ext>
            </a:extLst>
          </p:cNvPr>
          <p:cNvSpPr txBox="1"/>
          <p:nvPr/>
        </p:nvSpPr>
        <p:spPr>
          <a:xfrm>
            <a:off x="6400800" y="2781299"/>
            <a:ext cx="4876800" cy="546100"/>
          </a:xfrm>
          <a:prstGeom prst="rect">
            <a:avLst/>
          </a:prstGeom>
          <a:noFill/>
        </p:spPr>
        <p:txBody>
          <a:bodyPr vert="horz" wrap="square" lIns="0" tIns="0" rIns="0" bIns="0" rtlCol="0" anchor="t">
            <a:noAutofit/>
          </a:bodyPr>
          <a:lstStyle/>
          <a:p>
            <a:r>
              <a:rPr lang="en-IL" sz="2900" b="1">
                <a:solidFill>
                  <a:srgbClr val="137F79"/>
                </a:solidFill>
                <a:latin typeface="Aptos" panose="020B0004020202020204" pitchFamily="34" charset="0"/>
              </a:rPr>
              <a:t>Attach and query</a:t>
            </a:r>
          </a:p>
        </p:txBody>
      </p:sp>
      <p:sp>
        <p:nvSpPr>
          <p:cNvPr id="13" name="text_12">
            <a:extLst>
              <a:ext uri="{FF2B5EF4-FFF2-40B4-BE49-F238E27FC236}">
                <a16:creationId xmlns:a16="http://schemas.microsoft.com/office/drawing/2014/main" id="{085C9C98-3CD0-CE08-28E1-9A3F8A0C79D4}"/>
              </a:ext>
            </a:extLst>
          </p:cNvPr>
          <p:cNvSpPr txBox="1"/>
          <p:nvPr/>
        </p:nvSpPr>
        <p:spPr>
          <a:xfrm>
            <a:off x="6400800" y="3568699"/>
            <a:ext cx="4876800" cy="2286000"/>
          </a:xfrm>
          <a:prstGeom prst="rect">
            <a:avLst/>
          </a:prstGeom>
          <a:noFill/>
        </p:spPr>
        <p:txBody>
          <a:bodyPr vert="horz" wrap="square" lIns="0" tIns="0" rIns="0" bIns="0" rtlCol="0" anchor="t">
            <a:noAutofit/>
          </a:bodyPr>
          <a:lstStyle/>
          <a:p>
            <a:r>
              <a:rPr lang="en-US" sz="2400">
                <a:solidFill>
                  <a:srgbClr val="15283B"/>
                </a:solidFill>
                <a:latin typeface="Consolas" panose="020B0609020204030204" pitchFamily="49" charset="0"/>
              </a:rPr>
              <a:t>copy roadmap
validate + add endpoints
check attachments + direct
Dijkstra; verify route</a:t>
            </a:r>
            <a:endParaRPr lang="en-IL" sz="2400">
              <a:solidFill>
                <a:srgbClr val="15283B"/>
              </a:solidFill>
              <a:latin typeface="Consolas" panose="020B0609020204030204" pitchFamily="49" charset="0"/>
            </a:endParaRPr>
          </a:p>
        </p:txBody>
      </p:sp>
    </p:spTree>
    <p:extLst>
      <p:ext uri="{BB962C8B-B14F-4D97-AF65-F5344CB8AC3E}">
        <p14:creationId xmlns:p14="http://schemas.microsoft.com/office/powerpoint/2010/main" val="25988956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354FD429-EA1D-7790-57B7-35F3832351C9}"/>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24A479B7-C72D-928D-AAF6-DC222B8BD940}"/>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Dijkstra and useful tests</a:t>
            </a:r>
          </a:p>
        </p:txBody>
      </p:sp>
      <p:sp>
        <p:nvSpPr>
          <p:cNvPr id="4" name="text_3">
            <a:extLst>
              <a:ext uri="{FF2B5EF4-FFF2-40B4-BE49-F238E27FC236}">
                <a16:creationId xmlns:a16="http://schemas.microsoft.com/office/drawing/2014/main" id="{047E5044-5EE7-6353-E8F9-F056F1F43A4F}"/>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Small known cases expose mistakes before a large demo.</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4D6DB6A5-E680-9545-A0C7-3F0693E1C3BC}"/>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AA0C2D4D-BFC9-337F-155E-77441F108126}"/>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Motion Planning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7CD83216-BA8B-EF76-95CB-A31623C79841}"/>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21</a:t>
            </a:r>
          </a:p>
        </p:txBody>
      </p:sp>
      <p:cxnSp>
        <p:nvCxnSpPr>
          <p:cNvPr id="8" name="Straight Connector 7">
            <a:extLst>
              <a:ext uri="{FF2B5EF4-FFF2-40B4-BE49-F238E27FC236}">
                <a16:creationId xmlns:a16="http://schemas.microsoft.com/office/drawing/2014/main" id="{4E4B319C-DA52-2E92-1C0F-D379A5E9660A}"/>
              </a:ext>
            </a:extLst>
          </p:cNvPr>
          <p:cNvCxnSpPr/>
          <p:nvPr/>
        </p:nvCxnSpPr>
        <p:spPr>
          <a:xfrm flipV="1">
            <a:off x="876300" y="3733800"/>
            <a:ext cx="1397000" cy="1206500"/>
          </a:xfrm>
          <a:prstGeom prst="line">
            <a:avLst/>
          </a:prstGeom>
          <a:ln w="27940">
            <a:solidFill>
              <a:srgbClr val="137F79"/>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401F32B4-9724-07C3-F481-A61A7A3336B0}"/>
              </a:ext>
            </a:extLst>
          </p:cNvPr>
          <p:cNvCxnSpPr/>
          <p:nvPr/>
        </p:nvCxnSpPr>
        <p:spPr>
          <a:xfrm>
            <a:off x="2273300" y="3733800"/>
            <a:ext cx="1397000" cy="1206500"/>
          </a:xfrm>
          <a:prstGeom prst="line">
            <a:avLst/>
          </a:prstGeom>
          <a:ln w="27940">
            <a:solidFill>
              <a:srgbClr val="137F79"/>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A34FB93-D40E-AC60-BF1F-A926F9F8FA14}"/>
              </a:ext>
            </a:extLst>
          </p:cNvPr>
          <p:cNvCxnSpPr/>
          <p:nvPr/>
        </p:nvCxnSpPr>
        <p:spPr>
          <a:xfrm>
            <a:off x="876300" y="4940300"/>
            <a:ext cx="27940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11" name="text_10">
            <a:extLst>
              <a:ext uri="{FF2B5EF4-FFF2-40B4-BE49-F238E27FC236}">
                <a16:creationId xmlns:a16="http://schemas.microsoft.com/office/drawing/2014/main" id="{A69049B1-0607-7F1C-17FD-0A2536E90FC4}"/>
              </a:ext>
            </a:extLst>
          </p:cNvPr>
          <p:cNvSpPr txBox="1"/>
          <p:nvPr/>
        </p:nvSpPr>
        <p:spPr>
          <a:xfrm>
            <a:off x="1092200" y="4089399"/>
            <a:ext cx="698500" cy="444500"/>
          </a:xfrm>
          <a:prstGeom prst="rect">
            <a:avLst/>
          </a:prstGeom>
          <a:noFill/>
        </p:spPr>
        <p:txBody>
          <a:bodyPr vert="horz" wrap="square" lIns="0" tIns="0" rIns="0" bIns="0" rtlCol="0" anchor="t">
            <a:noAutofit/>
          </a:bodyPr>
          <a:lstStyle/>
          <a:p>
            <a:r>
              <a:rPr lang="en-IL" sz="2600">
                <a:solidFill>
                  <a:srgbClr val="137F79"/>
                </a:solidFill>
                <a:latin typeface="Aptos" panose="020B0004020202020204" pitchFamily="34" charset="0"/>
              </a:rPr>
              <a:t>1</a:t>
            </a:r>
          </a:p>
        </p:txBody>
      </p:sp>
      <p:sp>
        <p:nvSpPr>
          <p:cNvPr id="12" name="text_11">
            <a:extLst>
              <a:ext uri="{FF2B5EF4-FFF2-40B4-BE49-F238E27FC236}">
                <a16:creationId xmlns:a16="http://schemas.microsoft.com/office/drawing/2014/main" id="{7B57F593-6914-C915-B700-9F4D4655AB08}"/>
              </a:ext>
            </a:extLst>
          </p:cNvPr>
          <p:cNvSpPr txBox="1"/>
          <p:nvPr/>
        </p:nvSpPr>
        <p:spPr>
          <a:xfrm>
            <a:off x="3098800" y="4089399"/>
            <a:ext cx="698500" cy="444500"/>
          </a:xfrm>
          <a:prstGeom prst="rect">
            <a:avLst/>
          </a:prstGeom>
          <a:noFill/>
        </p:spPr>
        <p:txBody>
          <a:bodyPr vert="horz" wrap="square" lIns="0" tIns="0" rIns="0" bIns="0" rtlCol="0" anchor="t">
            <a:noAutofit/>
          </a:bodyPr>
          <a:lstStyle/>
          <a:p>
            <a:r>
              <a:rPr lang="en-IL" sz="2600">
                <a:solidFill>
                  <a:srgbClr val="137F79"/>
                </a:solidFill>
                <a:latin typeface="Aptos" panose="020B0004020202020204" pitchFamily="34" charset="0"/>
              </a:rPr>
              <a:t>1</a:t>
            </a:r>
          </a:p>
        </p:txBody>
      </p:sp>
      <p:sp>
        <p:nvSpPr>
          <p:cNvPr id="13" name="text_12">
            <a:extLst>
              <a:ext uri="{FF2B5EF4-FFF2-40B4-BE49-F238E27FC236}">
                <a16:creationId xmlns:a16="http://schemas.microsoft.com/office/drawing/2014/main" id="{0477B7C6-3F89-311D-08DB-B8D92A715034}"/>
              </a:ext>
            </a:extLst>
          </p:cNvPr>
          <p:cNvSpPr txBox="1"/>
          <p:nvPr/>
        </p:nvSpPr>
        <p:spPr>
          <a:xfrm>
            <a:off x="2171700" y="5003799"/>
            <a:ext cx="762000" cy="444500"/>
          </a:xfrm>
          <a:prstGeom prst="rect">
            <a:avLst/>
          </a:prstGeom>
          <a:noFill/>
        </p:spPr>
        <p:txBody>
          <a:bodyPr vert="horz" wrap="square" lIns="0" tIns="0" rIns="0" bIns="0" rtlCol="0" anchor="t">
            <a:noAutofit/>
          </a:bodyPr>
          <a:lstStyle/>
          <a:p>
            <a:r>
              <a:rPr lang="en-IL" sz="2600">
                <a:solidFill>
                  <a:srgbClr val="526477"/>
                </a:solidFill>
                <a:latin typeface="Aptos" panose="020B0004020202020204" pitchFamily="34" charset="0"/>
              </a:rPr>
              <a:t>5</a:t>
            </a:r>
          </a:p>
        </p:txBody>
      </p:sp>
      <p:sp>
        <p:nvSpPr>
          <p:cNvPr id="14" name="Oval 13">
            <a:extLst>
              <a:ext uri="{FF2B5EF4-FFF2-40B4-BE49-F238E27FC236}">
                <a16:creationId xmlns:a16="http://schemas.microsoft.com/office/drawing/2014/main" id="{6F898469-FD92-EB68-DC23-A5D42B73CE4E}"/>
              </a:ext>
            </a:extLst>
          </p:cNvPr>
          <p:cNvSpPr/>
          <p:nvPr/>
        </p:nvSpPr>
        <p:spPr>
          <a:xfrm>
            <a:off x="660400" y="4724400"/>
            <a:ext cx="431800" cy="4318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1CA508DB-6FCE-F947-1EBD-986EC16C2B44}"/>
              </a:ext>
            </a:extLst>
          </p:cNvPr>
          <p:cNvSpPr txBox="1"/>
          <p:nvPr/>
        </p:nvSpPr>
        <p:spPr>
          <a:xfrm>
            <a:off x="698500" y="4749799"/>
            <a:ext cx="355600" cy="444500"/>
          </a:xfrm>
          <a:prstGeom prst="rect">
            <a:avLst/>
          </a:prstGeom>
          <a:noFill/>
        </p:spPr>
        <p:txBody>
          <a:bodyPr vert="horz" wrap="square" lIns="0" tIns="0" rIns="0" bIns="0" rtlCol="0" anchor="t">
            <a:noAutofit/>
          </a:bodyPr>
          <a:lstStyle/>
          <a:p>
            <a:pPr algn="ctr"/>
            <a:r>
              <a:rPr lang="en-IL" sz="2400" b="1">
                <a:solidFill>
                  <a:srgbClr val="FFFFFF"/>
                </a:solidFill>
                <a:latin typeface="Aptos" panose="020B0004020202020204" pitchFamily="34" charset="0"/>
              </a:rPr>
              <a:t>0</a:t>
            </a:r>
          </a:p>
        </p:txBody>
      </p:sp>
      <p:sp>
        <p:nvSpPr>
          <p:cNvPr id="16" name="Oval 15">
            <a:extLst>
              <a:ext uri="{FF2B5EF4-FFF2-40B4-BE49-F238E27FC236}">
                <a16:creationId xmlns:a16="http://schemas.microsoft.com/office/drawing/2014/main" id="{2ACC62FB-EFBE-DD06-5731-6DFC51C0F660}"/>
              </a:ext>
            </a:extLst>
          </p:cNvPr>
          <p:cNvSpPr/>
          <p:nvPr/>
        </p:nvSpPr>
        <p:spPr>
          <a:xfrm>
            <a:off x="2057400" y="3517900"/>
            <a:ext cx="431800" cy="4318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text_16">
            <a:extLst>
              <a:ext uri="{FF2B5EF4-FFF2-40B4-BE49-F238E27FC236}">
                <a16:creationId xmlns:a16="http://schemas.microsoft.com/office/drawing/2014/main" id="{F69248BB-A181-8A4F-6367-40426D744478}"/>
              </a:ext>
            </a:extLst>
          </p:cNvPr>
          <p:cNvSpPr txBox="1"/>
          <p:nvPr/>
        </p:nvSpPr>
        <p:spPr>
          <a:xfrm>
            <a:off x="2095500" y="3543299"/>
            <a:ext cx="355600" cy="444500"/>
          </a:xfrm>
          <a:prstGeom prst="rect">
            <a:avLst/>
          </a:prstGeom>
          <a:noFill/>
        </p:spPr>
        <p:txBody>
          <a:bodyPr vert="horz" wrap="square" lIns="0" tIns="0" rIns="0" bIns="0" rtlCol="0" anchor="t">
            <a:noAutofit/>
          </a:bodyPr>
          <a:lstStyle/>
          <a:p>
            <a:pPr algn="ctr"/>
            <a:r>
              <a:rPr lang="en-IL" sz="2400" b="1">
                <a:solidFill>
                  <a:srgbClr val="FFFFFF"/>
                </a:solidFill>
                <a:latin typeface="Aptos" panose="020B0004020202020204" pitchFamily="34" charset="0"/>
              </a:rPr>
              <a:t>1</a:t>
            </a:r>
          </a:p>
        </p:txBody>
      </p:sp>
      <p:sp>
        <p:nvSpPr>
          <p:cNvPr id="18" name="Oval 17">
            <a:extLst>
              <a:ext uri="{FF2B5EF4-FFF2-40B4-BE49-F238E27FC236}">
                <a16:creationId xmlns:a16="http://schemas.microsoft.com/office/drawing/2014/main" id="{C3786AF4-CD86-488C-7907-0F25E3BABFEF}"/>
              </a:ext>
            </a:extLst>
          </p:cNvPr>
          <p:cNvSpPr/>
          <p:nvPr/>
        </p:nvSpPr>
        <p:spPr>
          <a:xfrm>
            <a:off x="3454400" y="4724400"/>
            <a:ext cx="431800" cy="4318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9" name="text_18">
            <a:extLst>
              <a:ext uri="{FF2B5EF4-FFF2-40B4-BE49-F238E27FC236}">
                <a16:creationId xmlns:a16="http://schemas.microsoft.com/office/drawing/2014/main" id="{FCA5D527-CE69-AD39-A583-524272B51D47}"/>
              </a:ext>
            </a:extLst>
          </p:cNvPr>
          <p:cNvSpPr txBox="1"/>
          <p:nvPr/>
        </p:nvSpPr>
        <p:spPr>
          <a:xfrm>
            <a:off x="3492500" y="4749799"/>
            <a:ext cx="355600" cy="444500"/>
          </a:xfrm>
          <a:prstGeom prst="rect">
            <a:avLst/>
          </a:prstGeom>
          <a:noFill/>
        </p:spPr>
        <p:txBody>
          <a:bodyPr vert="horz" wrap="square" lIns="0" tIns="0" rIns="0" bIns="0" rtlCol="0" anchor="t">
            <a:noAutofit/>
          </a:bodyPr>
          <a:lstStyle/>
          <a:p>
            <a:pPr algn="ctr"/>
            <a:r>
              <a:rPr lang="en-IL" sz="2400" b="1">
                <a:solidFill>
                  <a:srgbClr val="FFFFFF"/>
                </a:solidFill>
                <a:latin typeface="Aptos" panose="020B0004020202020204" pitchFamily="34" charset="0"/>
              </a:rPr>
              <a:t>2</a:t>
            </a:r>
          </a:p>
        </p:txBody>
      </p:sp>
      <p:sp>
        <p:nvSpPr>
          <p:cNvPr id="20" name="Oval 19">
            <a:extLst>
              <a:ext uri="{FF2B5EF4-FFF2-40B4-BE49-F238E27FC236}">
                <a16:creationId xmlns:a16="http://schemas.microsoft.com/office/drawing/2014/main" id="{07DBD8F0-ED11-870C-09E9-C0AF760079BB}"/>
              </a:ext>
            </a:extLst>
          </p:cNvPr>
          <p:cNvSpPr/>
          <p:nvPr/>
        </p:nvSpPr>
        <p:spPr>
          <a:xfrm>
            <a:off x="4343400" y="3327400"/>
            <a:ext cx="431800" cy="4318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1" name="text_20">
            <a:extLst>
              <a:ext uri="{FF2B5EF4-FFF2-40B4-BE49-F238E27FC236}">
                <a16:creationId xmlns:a16="http://schemas.microsoft.com/office/drawing/2014/main" id="{4D842DC0-239D-5B2C-2AF8-65F52301F7B9}"/>
              </a:ext>
            </a:extLst>
          </p:cNvPr>
          <p:cNvSpPr txBox="1"/>
          <p:nvPr/>
        </p:nvSpPr>
        <p:spPr>
          <a:xfrm>
            <a:off x="4381500" y="3352799"/>
            <a:ext cx="355600" cy="444500"/>
          </a:xfrm>
          <a:prstGeom prst="rect">
            <a:avLst/>
          </a:prstGeom>
          <a:noFill/>
        </p:spPr>
        <p:txBody>
          <a:bodyPr vert="horz" wrap="square" lIns="0" tIns="0" rIns="0" bIns="0" rtlCol="0" anchor="t">
            <a:noAutofit/>
          </a:bodyPr>
          <a:lstStyle/>
          <a:p>
            <a:pPr algn="ctr"/>
            <a:r>
              <a:rPr lang="en-IL" sz="2400" b="1">
                <a:solidFill>
                  <a:srgbClr val="FFFFFF"/>
                </a:solidFill>
                <a:latin typeface="Aptos" panose="020B0004020202020204" pitchFamily="34" charset="0"/>
              </a:rPr>
              <a:t>3</a:t>
            </a:r>
          </a:p>
        </p:txBody>
      </p:sp>
      <p:sp>
        <p:nvSpPr>
          <p:cNvPr id="22" name="text_21">
            <a:extLst>
              <a:ext uri="{FF2B5EF4-FFF2-40B4-BE49-F238E27FC236}">
                <a16:creationId xmlns:a16="http://schemas.microsoft.com/office/drawing/2014/main" id="{36014604-727B-26D7-149C-A15FDC59D89D}"/>
              </a:ext>
            </a:extLst>
          </p:cNvPr>
          <p:cNvSpPr txBox="1"/>
          <p:nvPr/>
        </p:nvSpPr>
        <p:spPr>
          <a:xfrm>
            <a:off x="3860800" y="3924299"/>
            <a:ext cx="1778000" cy="4572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isolated</a:t>
            </a:r>
          </a:p>
        </p:txBody>
      </p:sp>
      <p:sp>
        <p:nvSpPr>
          <p:cNvPr id="23" name="text_22">
            <a:extLst>
              <a:ext uri="{FF2B5EF4-FFF2-40B4-BE49-F238E27FC236}">
                <a16:creationId xmlns:a16="http://schemas.microsoft.com/office/drawing/2014/main" id="{1D5307C2-E91C-335D-84FE-D4CE60AAC35C}"/>
              </a:ext>
            </a:extLst>
          </p:cNvPr>
          <p:cNvSpPr txBox="1"/>
          <p:nvPr/>
        </p:nvSpPr>
        <p:spPr>
          <a:xfrm>
            <a:off x="685800" y="5638799"/>
            <a:ext cx="4483100" cy="469900"/>
          </a:xfrm>
          <a:prstGeom prst="rect">
            <a:avLst/>
          </a:prstGeom>
          <a:noFill/>
        </p:spPr>
        <p:txBody>
          <a:bodyPr vert="horz" wrap="square" lIns="0" tIns="0" rIns="0" bIns="0" rtlCol="0" anchor="t">
            <a:noAutofit/>
          </a:bodyPr>
          <a:lstStyle/>
          <a:p>
            <a:r>
              <a:rPr lang="en-IL" sz="2600" b="1">
                <a:solidFill>
                  <a:srgbClr val="137F79"/>
                </a:solidFill>
                <a:latin typeface="Aptos" panose="020B0004020202020204" pitchFamily="34" charset="0"/>
              </a:rPr>
              <a:t>Route [0,1,2], cost 2</a:t>
            </a:r>
          </a:p>
        </p:txBody>
      </p:sp>
      <p:sp>
        <p:nvSpPr>
          <p:cNvPr id="24" name="Rectangle: Rounded Corners 23">
            <a:extLst>
              <a:ext uri="{FF2B5EF4-FFF2-40B4-BE49-F238E27FC236}">
                <a16:creationId xmlns:a16="http://schemas.microsoft.com/office/drawing/2014/main" id="{19886313-E859-A899-DFF7-D060ECA9C3D0}"/>
              </a:ext>
            </a:extLst>
          </p:cNvPr>
          <p:cNvSpPr/>
          <p:nvPr/>
        </p:nvSpPr>
        <p:spPr>
          <a:xfrm>
            <a:off x="5905500" y="2590800"/>
            <a:ext cx="5600700" cy="16637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5" name="text_24">
            <a:extLst>
              <a:ext uri="{FF2B5EF4-FFF2-40B4-BE49-F238E27FC236}">
                <a16:creationId xmlns:a16="http://schemas.microsoft.com/office/drawing/2014/main" id="{9EC479E8-2C0B-A5B7-6ED2-3398E0A0A37E}"/>
              </a:ext>
            </a:extLst>
          </p:cNvPr>
          <p:cNvSpPr txBox="1"/>
          <p:nvPr/>
        </p:nvSpPr>
        <p:spPr>
          <a:xfrm>
            <a:off x="6134100" y="2781299"/>
            <a:ext cx="51435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Search</a:t>
            </a:r>
          </a:p>
        </p:txBody>
      </p:sp>
      <p:sp>
        <p:nvSpPr>
          <p:cNvPr id="26" name="text_25">
            <a:extLst>
              <a:ext uri="{FF2B5EF4-FFF2-40B4-BE49-F238E27FC236}">
                <a16:creationId xmlns:a16="http://schemas.microsoft.com/office/drawing/2014/main" id="{E6603866-7C29-7484-2F08-D026738B9F7C}"/>
              </a:ext>
            </a:extLst>
          </p:cNvPr>
          <p:cNvSpPr txBox="1"/>
          <p:nvPr/>
        </p:nvSpPr>
        <p:spPr>
          <a:xfrm>
            <a:off x="6134100" y="3403599"/>
            <a:ext cx="5143500" cy="8001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Known cost; disconnected; zero length.</a:t>
            </a:r>
            <a:endParaRPr lang="en-IL" sz="2400">
              <a:solidFill>
                <a:srgbClr val="15283B"/>
              </a:solidFill>
              <a:latin typeface="Aptos" panose="020B0004020202020204" pitchFamily="34" charset="0"/>
            </a:endParaRPr>
          </a:p>
        </p:txBody>
      </p:sp>
      <p:sp>
        <p:nvSpPr>
          <p:cNvPr id="27" name="Rectangle: Rounded Corners 26">
            <a:extLst>
              <a:ext uri="{FF2B5EF4-FFF2-40B4-BE49-F238E27FC236}">
                <a16:creationId xmlns:a16="http://schemas.microsoft.com/office/drawing/2014/main" id="{1A7BC3A6-640E-9DA9-AC2F-59CC0379A87A}"/>
              </a:ext>
            </a:extLst>
          </p:cNvPr>
          <p:cNvSpPr/>
          <p:nvPr/>
        </p:nvSpPr>
        <p:spPr>
          <a:xfrm>
            <a:off x="5905500" y="4457700"/>
            <a:ext cx="5600700" cy="16637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8" name="text_27">
            <a:extLst>
              <a:ext uri="{FF2B5EF4-FFF2-40B4-BE49-F238E27FC236}">
                <a16:creationId xmlns:a16="http://schemas.microsoft.com/office/drawing/2014/main" id="{64FEF1FC-4606-9745-B1E7-65E08EBEC16C}"/>
              </a:ext>
            </a:extLst>
          </p:cNvPr>
          <p:cNvSpPr txBox="1"/>
          <p:nvPr/>
        </p:nvSpPr>
        <p:spPr>
          <a:xfrm>
            <a:off x="6134100" y="4648199"/>
            <a:ext cx="51435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Query + geometry</a:t>
            </a:r>
          </a:p>
        </p:txBody>
      </p:sp>
      <p:sp>
        <p:nvSpPr>
          <p:cNvPr id="29" name="text_28">
            <a:extLst>
              <a:ext uri="{FF2B5EF4-FFF2-40B4-BE49-F238E27FC236}">
                <a16:creationId xmlns:a16="http://schemas.microsoft.com/office/drawing/2014/main" id="{3E3D471C-3116-9DE8-EBDF-E067847CE106}"/>
              </a:ext>
            </a:extLst>
          </p:cNvPr>
          <p:cNvSpPr txBox="1"/>
          <p:nvPr/>
        </p:nvSpPr>
        <p:spPr>
          <a:xfrm>
            <a:off x="6134100" y="5270499"/>
            <a:ext cx="5143500" cy="8001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Exact endpoints; copy; blocked midpoint.</a:t>
            </a:r>
            <a:endParaRPr lang="en-IL" sz="2400">
              <a:solidFill>
                <a:srgbClr val="15283B"/>
              </a:solidFill>
              <a:latin typeface="Aptos" panose="020B0004020202020204" pitchFamily="34" charset="0"/>
            </a:endParaRPr>
          </a:p>
        </p:txBody>
      </p:sp>
    </p:spTree>
    <p:extLst>
      <p:ext uri="{BB962C8B-B14F-4D97-AF65-F5344CB8AC3E}">
        <p14:creationId xmlns:p14="http://schemas.microsoft.com/office/powerpoint/2010/main" val="23405510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2ACEE3A7-1B04-307E-D33C-1FE883A83309}"/>
              </a:ext>
            </a:extLst>
          </p:cNvPr>
          <p:cNvSpPr txBox="1"/>
          <p:nvPr/>
        </p:nvSpPr>
        <p:spPr>
          <a:xfrm>
            <a:off x="685800" y="330199"/>
            <a:ext cx="91440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6A51A8AA-1058-DD66-BAE0-6CE7CDB391DC}"/>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Sampling and completeness limits</a:t>
            </a:r>
          </a:p>
        </p:txBody>
      </p:sp>
      <p:sp>
        <p:nvSpPr>
          <p:cNvPr id="4" name="text_3">
            <a:extLst>
              <a:ext uri="{FF2B5EF4-FFF2-40B4-BE49-F238E27FC236}">
                <a16:creationId xmlns:a16="http://schemas.microsoft.com/office/drawing/2014/main" id="{DDE3228E-DFF9-C21C-1961-80C96A409594}"/>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Finite failure, probabilistic completeness, and optimality are different.</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594C03B3-4ABD-DBE0-CA8D-549DB69606D9}"/>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FE04F1A8-784B-80F0-E04A-DD9EE55C95AC}"/>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Motion Planning</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4B002EB9-682E-D001-0ED8-8166DA957F5A}"/>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22</a:t>
            </a:r>
          </a:p>
        </p:txBody>
      </p:sp>
      <p:sp>
        <p:nvSpPr>
          <p:cNvPr id="8" name="Rectangle: Rounded Corners 7">
            <a:extLst>
              <a:ext uri="{FF2B5EF4-FFF2-40B4-BE49-F238E27FC236}">
                <a16:creationId xmlns:a16="http://schemas.microsoft.com/office/drawing/2014/main" id="{BBE1A604-47A9-9B62-4D99-8CF68C8B155F}"/>
              </a:ext>
            </a:extLst>
          </p:cNvPr>
          <p:cNvSpPr/>
          <p:nvPr/>
        </p:nvSpPr>
        <p:spPr>
          <a:xfrm>
            <a:off x="685800" y="2654300"/>
            <a:ext cx="3454400" cy="29210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08201C7A-3129-9917-CA3A-DB11280BD091}"/>
              </a:ext>
            </a:extLst>
          </p:cNvPr>
          <p:cNvSpPr txBox="1"/>
          <p:nvPr/>
        </p:nvSpPr>
        <p:spPr>
          <a:xfrm>
            <a:off x="914400" y="2844799"/>
            <a:ext cx="29972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Finite failure</a:t>
            </a:r>
          </a:p>
        </p:txBody>
      </p:sp>
      <p:sp>
        <p:nvSpPr>
          <p:cNvPr id="10" name="text_9">
            <a:extLst>
              <a:ext uri="{FF2B5EF4-FFF2-40B4-BE49-F238E27FC236}">
                <a16:creationId xmlns:a16="http://schemas.microsoft.com/office/drawing/2014/main" id="{E32C4777-F4FE-4F17-CCA8-9F962175F8A6}"/>
              </a:ext>
            </a:extLst>
          </p:cNvPr>
          <p:cNvSpPr txBox="1"/>
          <p:nvPr/>
        </p:nvSpPr>
        <p:spPr>
          <a:xfrm>
            <a:off x="914400" y="3467099"/>
            <a:ext cx="2997200" cy="20574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No route in this graph does not prove no physical route.</a:t>
            </a:r>
            <a:endParaRPr lang="en-IL" sz="2400">
              <a:solidFill>
                <a:srgbClr val="15283B"/>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B0293609-3C43-96F4-3AA2-BE8E58C1A1E8}"/>
              </a:ext>
            </a:extLst>
          </p:cNvPr>
          <p:cNvSpPr/>
          <p:nvPr/>
        </p:nvSpPr>
        <p:spPr>
          <a:xfrm>
            <a:off x="4368800" y="2654300"/>
            <a:ext cx="3454400" cy="29210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98B1A4AD-5282-A2DF-A4F2-D787D30DF7BD}"/>
              </a:ext>
            </a:extLst>
          </p:cNvPr>
          <p:cNvSpPr txBox="1"/>
          <p:nvPr/>
        </p:nvSpPr>
        <p:spPr>
          <a:xfrm>
            <a:off x="4597400" y="2844799"/>
            <a:ext cx="29972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Completeness</a:t>
            </a:r>
          </a:p>
        </p:txBody>
      </p:sp>
      <p:sp>
        <p:nvSpPr>
          <p:cNvPr id="13" name="text_12">
            <a:extLst>
              <a:ext uri="{FF2B5EF4-FFF2-40B4-BE49-F238E27FC236}">
                <a16:creationId xmlns:a16="http://schemas.microsoft.com/office/drawing/2014/main" id="{A1BCE132-DB66-6CFA-3FB2-7D0808442C9E}"/>
              </a:ext>
            </a:extLst>
          </p:cNvPr>
          <p:cNvSpPr txBox="1"/>
          <p:nvPr/>
        </p:nvSpPr>
        <p:spPr>
          <a:xfrm>
            <a:off x="4597400" y="3467099"/>
            <a:ext cx="2997200" cy="20574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Asymptotic claims require assumptions.</a:t>
            </a:r>
          </a:p>
        </p:txBody>
      </p:sp>
      <p:sp>
        <p:nvSpPr>
          <p:cNvPr id="14" name="Rectangle: Rounded Corners 13">
            <a:extLst>
              <a:ext uri="{FF2B5EF4-FFF2-40B4-BE49-F238E27FC236}">
                <a16:creationId xmlns:a16="http://schemas.microsoft.com/office/drawing/2014/main" id="{36B444F1-CADD-88AE-A84D-D5BA6452AE17}"/>
              </a:ext>
            </a:extLst>
          </p:cNvPr>
          <p:cNvSpPr/>
          <p:nvPr/>
        </p:nvSpPr>
        <p:spPr>
          <a:xfrm>
            <a:off x="8051800" y="2654300"/>
            <a:ext cx="3454400" cy="29210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3296FD36-4045-EABA-0530-E1208C2D164B}"/>
              </a:ext>
            </a:extLst>
          </p:cNvPr>
          <p:cNvSpPr txBox="1"/>
          <p:nvPr/>
        </p:nvSpPr>
        <p:spPr>
          <a:xfrm>
            <a:off x="8280400" y="2844799"/>
            <a:ext cx="29972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Optimality</a:t>
            </a:r>
          </a:p>
        </p:txBody>
      </p:sp>
      <p:sp>
        <p:nvSpPr>
          <p:cNvPr id="16" name="text_15">
            <a:extLst>
              <a:ext uri="{FF2B5EF4-FFF2-40B4-BE49-F238E27FC236}">
                <a16:creationId xmlns:a16="http://schemas.microsoft.com/office/drawing/2014/main" id="{8FCD0056-AA91-7C90-AF8E-7DCF768F5C60}"/>
              </a:ext>
            </a:extLst>
          </p:cNvPr>
          <p:cNvSpPr txBox="1"/>
          <p:nvPr/>
        </p:nvSpPr>
        <p:spPr>
          <a:xfrm>
            <a:off x="8280400" y="3467099"/>
            <a:ext cx="2997200" cy="20574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Shortest in this graph is not globally shortest.</a:t>
            </a:r>
            <a:endParaRPr lang="en-IL" sz="2400">
              <a:solidFill>
                <a:srgbClr val="15283B"/>
              </a:solidFill>
              <a:latin typeface="Aptos" panose="020B0004020202020204" pitchFamily="34" charset="0"/>
            </a:endParaRPr>
          </a:p>
        </p:txBody>
      </p:sp>
      <p:sp>
        <p:nvSpPr>
          <p:cNvPr id="17" name="text_16">
            <a:extLst>
              <a:ext uri="{FF2B5EF4-FFF2-40B4-BE49-F238E27FC236}">
                <a16:creationId xmlns:a16="http://schemas.microsoft.com/office/drawing/2014/main" id="{156B41DC-96F3-467A-E56C-ECA24BF5336A}"/>
              </a:ext>
            </a:extLst>
          </p:cNvPr>
          <p:cNvSpPr txBox="1"/>
          <p:nvPr/>
        </p:nvSpPr>
        <p:spPr>
          <a:xfrm>
            <a:off x="685800" y="5753099"/>
            <a:ext cx="10820400" cy="469900"/>
          </a:xfrm>
          <a:prstGeom prst="rect">
            <a:avLst/>
          </a:prstGeom>
          <a:noFill/>
        </p:spPr>
        <p:txBody>
          <a:bodyPr vert="horz" wrap="square" lIns="0" tIns="0" rIns="0" bIns="0" rtlCol="0" anchor="t">
            <a:noAutofit/>
          </a:bodyPr>
          <a:lstStyle/>
          <a:p>
            <a:r>
              <a:rPr lang="en-US" sz="2400">
                <a:solidFill>
                  <a:srgbClr val="526477"/>
                </a:solidFill>
                <a:latin typeface="Aptos" panose="020B0004020202020204" pitchFamily="34" charset="0"/>
              </a:rPr>
              <a:t>No completeness or optimality theorem for this fixed-k demo.</a:t>
            </a:r>
            <a:endParaRPr lang="en-IL" sz="2400">
              <a:solidFill>
                <a:srgbClr val="526477"/>
              </a:solidFill>
              <a:latin typeface="Aptos" panose="020B0004020202020204" pitchFamily="34" charset="0"/>
            </a:endParaRPr>
          </a:p>
        </p:txBody>
      </p:sp>
    </p:spTree>
    <p:extLst>
      <p:ext uri="{BB962C8B-B14F-4D97-AF65-F5344CB8AC3E}">
        <p14:creationId xmlns:p14="http://schemas.microsoft.com/office/powerpoint/2010/main" val="21070094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6826</Words>
  <Application>Microsoft Office PowerPoint</Application>
  <PresentationFormat>Custom</PresentationFormat>
  <Paragraphs>424</Paragraphs>
  <Slides>22</Slides>
  <Notes>22</Notes>
  <HiddenSlides>5</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Aptos</vt:lpstr>
      <vt:lpstr>Aptos Display</vt:lpstr>
      <vt:lpstr>Arial</vt:lpstr>
      <vt:lpstr>Cambria Math</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גלעד ליפשיץ</dc:creator>
  <cp:lastModifiedBy>גלעד ליפשיץ</cp:lastModifiedBy>
  <cp:revision>1</cp:revision>
  <dcterms:created xsi:type="dcterms:W3CDTF">2026-10-04T20:42:09Z</dcterms:created>
  <dcterms:modified xsi:type="dcterms:W3CDTF">2026-10-04T20:42:09Z</dcterms:modified>
</cp:coreProperties>
</file>